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93d1b25c5c41c3" /><Relationship Type="http://schemas.openxmlformats.org/officeDocument/2006/relationships/extended-properties" Target="/docProps/app.xml" Id="Rff60382927ee4236" /><Relationship Type="http://schemas.openxmlformats.org/officeDocument/2006/relationships/officeDocument" Target="/ppt/presentation.xml" Id="Rd1309c6fd9614bd3" /></Relationships>
</file>

<file path=ppt/presentation.xml><?xml version="1.0" encoding="utf-8"?>
<p:presentation xmlns:p="http://schemas.openxmlformats.org/presentationml/2006/main">
  <p:sldMasterIdLst>
    <p:sldMasterId xmlns:r="http://schemas.openxmlformats.org/officeDocument/2006/relationships" id="2147483648" r:id="R6854e2b8e6db43e8"/>
  </p:sldMasterIdLst>
  <p:notesMasterIdLst>
    <p:notesMasterId xmlns:r="http://schemas.openxmlformats.org/officeDocument/2006/relationships" r:id="Re8372bdbaec44159"/>
  </p:notesMasterIdLst>
  <p:sldIdLst>
    <p:sldId xmlns:r="http://schemas.openxmlformats.org/officeDocument/2006/relationships" id="256" r:id="R6ae17da067004379"/>
    <p:sldId xmlns:r="http://schemas.openxmlformats.org/officeDocument/2006/relationships" id="257" r:id="Ra018d68de3794b64"/>
    <p:sldId xmlns:r="http://schemas.openxmlformats.org/officeDocument/2006/relationships" id="258" r:id="R9def4507d931400e"/>
    <p:sldId xmlns:r="http://schemas.openxmlformats.org/officeDocument/2006/relationships" id="259" r:id="R0c9d2e59873f4c7e"/>
    <p:sldId xmlns:r="http://schemas.openxmlformats.org/officeDocument/2006/relationships" id="260" r:id="R785af31ff24244be"/>
    <p:sldId xmlns:r="http://schemas.openxmlformats.org/officeDocument/2006/relationships" id="261" r:id="R191d6234a5da47c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552684cea841d1" /><Relationship Type="http://schemas.openxmlformats.org/officeDocument/2006/relationships/slideMaster" Target="/ppt/slideMasters/slideMaster1.xml" Id="R6854e2b8e6db43e8" /><Relationship Type="http://schemas.openxmlformats.org/officeDocument/2006/relationships/notesMaster" Target="/ppt/notesMasters/notesMaster1.xml" Id="Re8372bdbaec44159" /><Relationship Type="http://schemas.openxmlformats.org/officeDocument/2006/relationships/presProps" Target="/ppt/presProps.xml" Id="Rfdb3ba2df4bf41ce" /><Relationship Type="http://schemas.openxmlformats.org/officeDocument/2006/relationships/tableStyles" Target="/ppt/tableStyles.xml" Id="R6d384f0c51b64ea8" /><Relationship Type="http://schemas.openxmlformats.org/officeDocument/2006/relationships/slide" Target="/ppt/slides/slide1.xml" Id="R6ae17da067004379" /><Relationship Type="http://schemas.openxmlformats.org/officeDocument/2006/relationships/slide" Target="/ppt/slides/slide2.xml" Id="Ra018d68de3794b64" /><Relationship Type="http://schemas.openxmlformats.org/officeDocument/2006/relationships/slide" Target="/ppt/slides/slide3.xml" Id="R9def4507d931400e" /><Relationship Type="http://schemas.openxmlformats.org/officeDocument/2006/relationships/slide" Target="/ppt/slides/slide4.xml" Id="R0c9d2e59873f4c7e" /><Relationship Type="http://schemas.openxmlformats.org/officeDocument/2006/relationships/slide" Target="/ppt/slides/slide5.xml" Id="R785af31ff24244be" /><Relationship Type="http://schemas.openxmlformats.org/officeDocument/2006/relationships/slide" Target="/ppt/slides/slide6.xml" Id="R191d6234a5da47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93bfc8cbe840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8da71985514553" /><Relationship Type="http://schemas.openxmlformats.org/officeDocument/2006/relationships/notesMaster" Target="/ppt/notesMasters/notesMaster1.xml" Id="Rf17bca2c03bc4f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736a45da274dde" /><Relationship Type="http://schemas.openxmlformats.org/officeDocument/2006/relationships/notesMaster" Target="/ppt/notesMasters/notesMaster1.xml" Id="R7703f8927ca54c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069e30191f4c4f" /><Relationship Type="http://schemas.openxmlformats.org/officeDocument/2006/relationships/notesMaster" Target="/ppt/notesMasters/notesMaster1.xml" Id="Rd1e5fb5adcdf44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d7bc6b0a034432" /><Relationship Type="http://schemas.openxmlformats.org/officeDocument/2006/relationships/notesMaster" Target="/ppt/notesMasters/notesMaster1.xml" Id="Rc4335a16a03c41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0cb1020dd248b1" /><Relationship Type="http://schemas.openxmlformats.org/officeDocument/2006/relationships/notesMaster" Target="/ppt/notesMasters/notesMaster1.xml" Id="Rad0fb1c8883a42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4b67ffe0b3489d" /><Relationship Type="http://schemas.openxmlformats.org/officeDocument/2006/relationships/notesMaster" Target="/ppt/notesMasters/notesMaster1.xml" Id="Rf1e6af0aac0b46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데이터를 LLM에 직접 전달하던 초기 구조에서는 과거 기록을 함께 해석하기 어려웠습니다. 기존 Rule-based 진단 알고리즘을 Tool/Skill로 구성한 후 AI가 필요한 기록을 조회하면서 분석의 깊이가 개선되었으나, 여러 차례 LLM–Tool 왕복 및 화면 진입·갱신 시 반복 실행이 발생했습니다. 당시 응답시간은 약 30초라는 개발 사례입니다. 전문 Agent 역할 분리, 병렬화, Prefetch, 선택적 호출, 캐시를 적용한 Multi-Agent 구현을 완료한 것으로 설명합니다. 개선 후 응답시간은 제공되지 않았으므로 정량적 개선을 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Orchestrator와 최종 진단 Main Agent는 같은 주 Agent의 조정 단계와 종합 해석 단계를 분리해 표시했습니다. 세 전문 Agent는 독립적인 분석 작업을 병렬 실행하며 기존 Rule-based Analysis Engine과 관련 Tool을 활용합니다. Trend Agent는 진동 속도 상승 경향, 이동평균과 회귀 기울기, Level 적정성 및 기간별 Trend 변화 비교를 담당합니다. FFT Agent는 속도·가속도 FFT, 1X/2X/3X 회전 성분 및 BPFO/BPFI/BSF/FTF 베어링 결함 주파수를 분석하고 결함 원인 후보와 주파수 변화 근거를 정리합니다. History Agent는 동일 설비와 동일 결함 사례, 과거 결과 및 조치 사례를 비교합니다. Hand-off에서는 수치·단위·측정일·분석 근거·제한사항을 유지한 구조화 데이터와 Markdown Summary를 전달합니다. 최종 결과는 진단 지원이며 현장 엔지니어가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좌측 전문 Agent 출력과 중앙 Markdown은 구조 설명용 예시이며 실제 설비 진단 결과가 아닙니다. Rising과 Unbalance 역시 상태 및 원인 후보 필드를 설명하기 위한 예시입니다. 실제 구현에서는 원래 수치와 단위, 측정일, 분석 근거 및 제한사항을 구조화된 데이터에 유지하고 이를 Main Agent가 읽기 쉬운 Markdown Summary로 요약합니다. 원인 후보는 확정 고장 진단과 구별하며 반증과 불확실성을 함께 전달합니다. 최종 판단은 현장 엔지니어의 검토가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성능 최적화의 구체적인 수단은 Multi-Agent라는 구조 자체가 아니라 Prefetch, 병렬 실행, 선택적 Tool Calling, 결과 캐싱입니다. Prefetch는 최근 90일 Trend 통계, FFT 측정 이력과 주요 피크, 최근 7일 FFT 진단 상태, 관련 과거 이력을 사전에 구성합니다. 사전 근거가 충분하면 추가 호출을 생략하며 필요한 상세 데이터만 조회합니다. 설비·기간·측정 기록 입력값을 검증하고 종합 분석에서 추가 Tool 호출 수를 제한합니다. 독립 분석을 동시 실행한 후 Hand-off로 통합합니다. 동일 설비·분석 근거·모델·분석 버전 기준으로 메모리 및 디스크 캐시를 사용하고 기본 24시간 결과를 재사용합니다. 사용자의 명시적 재분석 요청은 갱신합니다. 과거 약 30초 사례만 제공되었으며 개선 후 실측값은 미제공입니다. 하단 경로는 개념 흐름이며 실제 캐시 적중 시 결과 재사용으로 AI 재실행을 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시스템 스크린샷을 삽입할 수 있도록 3개 이미지 영역을 확보했습니다. 본 발표용 화면은 제공되지 않았으므로 가짜 UI를 만들지 않았습니다. Step 1은 설비 현황과 진동 분석, Step 2는 AI 종합 진단 및 과거 이력과 챗봇을 통한 추가 질문·Tool 실행, Step 3은 AI 결과 기반 진단 PPT 및 이메일 초안 생성입니다. 실제 화면 삽입 시 이미지 영역 비율을 유지하고 제목과 설명을 가리지 않도록 배치합니다. 생성한 원인 후보와 점검 권고는 현장 엔지니어가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Multi-Agent 기반 아키텍처 구현을 완료한 것으로 설명합니다. 핵심 성과는 화면에 한정된 분석을 Trend·FFT·과거 이력의 종합 해석으로 확장한 점, 사전 분석·병렬 실행·공통 Hand-off·캐싱을 적용한 점, 챗봇·PPT·이메일 초안으로 진단 업무를 연결한 점입니다. 정량적인 응답 개선과 진단 정확도는 실측 및 전문가 검증이 필요하며 이 발표에서는 입증된 수치로 제시하지 않습니다. 향후 AWS 환경 배포와 운영 인프라, 실시간 CMS 데이터와 DB 연계, 현장 전문가 결과 기반 정확도 검증, 운전 조건을 반영한 FFT 고도화, 점검 조치와 피드백 데이터 연계를 추진합니다. 설비 이상 원인 후보는 확정 고장 진단이 아니며 최종 판단은 현장 엔지니어가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881204155c48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0f5dc387264087" /><Relationship Type="http://schemas.openxmlformats.org/officeDocument/2006/relationships/slideLayout" Target="/ppt/slideLayouts/slideLayout1.xml" Id="Rae36b4e080d047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36b4e080d047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904ad9c10d40f5" /><Relationship Type="http://schemas.openxmlformats.org/officeDocument/2006/relationships/notesSlide" Target="/ppt/notesSlides/notesSlide1.xml" Id="R13b2029969594e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5c0f6e0dea4df5" /><Relationship Type="http://schemas.openxmlformats.org/officeDocument/2006/relationships/notesSlide" Target="/ppt/notesSlides/notesSlide2.xml" Id="Rbfddf607ddfc48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95d190d7364afc" /><Relationship Type="http://schemas.openxmlformats.org/officeDocument/2006/relationships/notesSlide" Target="/ppt/notesSlides/notesSlide3.xml" Id="R0537623474564b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2aa80aeec942e9" /><Relationship Type="http://schemas.openxmlformats.org/officeDocument/2006/relationships/notesSlide" Target="/ppt/notesSlides/notesSlide4.xml" Id="R16b3b76b2e4945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72360bea5c4053" /><Relationship Type="http://schemas.openxmlformats.org/officeDocument/2006/relationships/notesSlide" Target="/ppt/notesSlides/notesSlide5.xml" Id="R80f63664300847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060e23fb634369" /><Relationship Type="http://schemas.openxmlformats.org/officeDocument/2006/relationships/notesSlide" Target="/ppt/notesSlides/notesSlide6.xml" Id="Rca31acb55d3946e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9B4B3217-2A67-4A28-9B08-3452A648AD0F}"/>
              </a:ext>
            </a:extLst>
          </p:cNvPr>
          <p:cNvSpPr>
            <a:spLocks xmlns:a="http://schemas.openxmlformats.org/drawingml/2006/main" noGrp="1"/>
          </p:cNvSpPr>
          <p:nvPr/>
        </p:nvSpPr>
        <p:spPr>
          <a:xfrm xmlns:a="http://schemas.openxmlformats.org/drawingml/2006/main">
            <a:off x="609600" y="400050"/>
            <a:ext cx="76200" cy="523875"/>
          </a:xfrm>
          <a:prstGeom xmlns:a="http://schemas.openxmlformats.org/drawingml/2006/main" prst="rect">
            <a:avLst/>
          </a:prstGeom>
          <a:solidFill xmlns:a="http://schemas.openxmlformats.org/drawingml/2006/main">
            <a:srgbClr val="1769D2"/>
          </a:solidFill>
          <a:ln xmlns:a="http://schemas.openxmlformats.org/drawingml/2006/main" w="12383">
            <a:solidFill>
              <a:srgbClr val="1769D2"/>
            </a:solidFill>
          </a:ln>
        </p:spPr>
      </p:sp>
      <p:sp>
        <p:nvSpPr>
          <p:cNvPr id="2" name="">
            <a:extLst xmlns:a="http://schemas.openxmlformats.org/drawingml/2006/main">
              <a:ext uri="{FF2B5EF4-FFF2-40B4-BE49-F238E27FC236}">
                <a16:creationId xmlns:a16="http://schemas.microsoft.com/office/drawing/2014/main" id="{AAF5FEBA-42BA-45B5-BBE8-1244DCDBAED2}"/>
              </a:ext>
            </a:extLst>
          </p:cNvPr>
          <p:cNvSpPr>
            <a:spLocks xmlns:a="http://schemas.openxmlformats.org/drawingml/2006/main" noGrp="1"/>
          </p:cNvSpPr>
          <p:nvPr/>
        </p:nvSpPr>
        <p:spPr>
          <a:xfrm xmlns:a="http://schemas.openxmlformats.org/drawingml/2006/main">
            <a:off x="876300" y="371475"/>
            <a:ext cx="1371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02D50"/>
                </a:solidFill>
                <a:latin typeface="Noto Sans CJK KR"/>
                <a:ea typeface="Noto Sans CJK KR"/>
                <a:cs typeface="Noto Sans CJK KR"/>
              </a:defRPr>
            </a:pPr>
            <a:r>
              <a:rPr sz="3225" b="1">
                <a:solidFill>
                  <a:srgbClr val="102D50"/>
                </a:solidFill>
                <a:latin typeface="Noto Sans CJK KR"/>
                <a:ea typeface="Noto Sans CJK KR"/>
                <a:cs typeface="Noto Sans CJK KR"/>
              </a:rPr>
              <a:t>AI 진단 품질 향상을 위한 단계별 아키텍처 개선</a:t>
            </a:r>
          </a:p>
        </p:txBody>
      </p:sp>
      <p:sp>
        <p:nvSpPr>
          <p:cNvPr id="3" name="">
            <a:extLst xmlns:a="http://schemas.openxmlformats.org/drawingml/2006/main">
              <a:ext uri="{FF2B5EF4-FFF2-40B4-BE49-F238E27FC236}">
                <a16:creationId xmlns:a16="http://schemas.microsoft.com/office/drawing/2014/main" id="{AB2FAEDF-7521-446D-A67C-4C1269E7696A}"/>
              </a:ext>
            </a:extLst>
          </p:cNvPr>
          <p:cNvSpPr>
            <a:spLocks xmlns:a="http://schemas.openxmlformats.org/drawingml/2006/main" noGrp="1"/>
          </p:cNvSpPr>
          <p:nvPr/>
        </p:nvSpPr>
        <p:spPr>
          <a:xfrm xmlns:a="http://schemas.openxmlformats.org/drawingml/2006/main">
            <a:off x="609600" y="111442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60748A"/>
                </a:solidFill>
                <a:latin typeface="Noto Sans CJK KR"/>
                <a:ea typeface="Noto Sans CJK KR"/>
                <a:cs typeface="Noto Sans CJK KR"/>
              </a:defRPr>
            </a:pPr>
            <a:r>
              <a:rPr sz="1875" b="0">
                <a:solidFill>
                  <a:srgbClr val="60748A"/>
                </a:solidFill>
                <a:latin typeface="Noto Sans CJK KR"/>
                <a:ea typeface="Noto Sans CJK KR"/>
                <a:cs typeface="Noto Sans CJK KR"/>
              </a:rPr>
              <a:t>분석 범위 확장으로 발생한 응답 지연을 해결하며 AI 아키텍처를 단계적으로 개선</a:t>
            </a:r>
          </a:p>
        </p:txBody>
      </p:sp>
      <p:sp>
        <p:nvSpPr>
          <p:cNvPr id="4" name="">
            <a:extLst xmlns:a="http://schemas.openxmlformats.org/drawingml/2006/main">
              <a:ext uri="{FF2B5EF4-FFF2-40B4-BE49-F238E27FC236}">
                <a16:creationId xmlns:a16="http://schemas.microsoft.com/office/drawing/2014/main" id="{E8989C4B-ABEE-425D-8CBC-8698075931A9}"/>
              </a:ext>
            </a:extLst>
          </p:cNvPr>
          <p:cNvSpPr>
            <a:spLocks xmlns:a="http://schemas.openxmlformats.org/drawingml/2006/main" noGrp="1"/>
          </p:cNvSpPr>
          <p:nvPr/>
        </p:nvSpPr>
        <p:spPr>
          <a:xfrm xmlns:a="http://schemas.openxmlformats.org/drawingml/2006/main">
            <a:off x="609600" y="82391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0748A"/>
                </a:solidFill>
                <a:latin typeface="Noto Sans CJK KR"/>
                <a:ea typeface="Noto Sans CJK KR"/>
                <a:cs typeface="Noto Sans CJK KR"/>
              </a:defRPr>
            </a:pPr>
            <a:r>
              <a:rPr sz="1200" b="0">
                <a:solidFill>
                  <a:srgbClr val="60748A"/>
                </a:solidFill>
                <a:latin typeface="Noto Sans CJK KR"/>
                <a:ea typeface="Noto Sans CJK KR"/>
                <a:cs typeface="Noto Sans CJK KR"/>
              </a:rPr>
              <a:t>CMS AI AGENT</a:t>
            </a:r>
          </a:p>
        </p:txBody>
      </p:sp>
      <p:sp>
        <p:nvSpPr>
          <p:cNvPr id="5" name="">
            <a:extLst xmlns:a="http://schemas.openxmlformats.org/drawingml/2006/main">
              <a:ext uri="{FF2B5EF4-FFF2-40B4-BE49-F238E27FC236}">
                <a16:creationId xmlns:a16="http://schemas.microsoft.com/office/drawing/2014/main" id="{DC41AEE7-FAC2-4C8A-85CE-C289B0EE78A1}"/>
              </a:ext>
            </a:extLst>
          </p:cNvPr>
          <p:cNvSpPr>
            <a:spLocks xmlns:a="http://schemas.openxmlformats.org/drawingml/2006/main" noGrp="1"/>
          </p:cNvSpPr>
          <p:nvPr/>
        </p:nvSpPr>
        <p:spPr>
          <a:xfrm xmlns:a="http://schemas.openxmlformats.org/drawingml/2006/main">
            <a:off x="14097000" y="8143875"/>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01</a:t>
            </a:r>
          </a:p>
        </p:txBody>
      </p:sp>
      <p:sp>
        <p:nvSpPr>
          <p:cNvPr id="6" name="">
            <a:extLst xmlns:a="http://schemas.openxmlformats.org/drawingml/2006/main">
              <a:ext uri="{FF2B5EF4-FFF2-40B4-BE49-F238E27FC236}">
                <a16:creationId xmlns:a16="http://schemas.microsoft.com/office/drawing/2014/main" id="{D5A43D7A-2EDE-48D0-BC61-839BF1B66EC4}"/>
              </a:ext>
            </a:extLst>
          </p:cNvPr>
          <p:cNvSpPr>
            <a:spLocks xmlns:a="http://schemas.openxmlformats.org/drawingml/2006/main" noGrp="1"/>
          </p:cNvSpPr>
          <p:nvPr/>
        </p:nvSpPr>
        <p:spPr>
          <a:xfrm xmlns:a="http://schemas.openxmlformats.org/drawingml/2006/main">
            <a:off x="609600" y="1819275"/>
            <a:ext cx="4343400" cy="4991100"/>
          </a:xfrm>
          <a:prstGeom xmlns:a="http://schemas.openxmlformats.org/drawingml/2006/main" prst="roundRect">
            <a:avLst>
              <a:gd name="adj" fmla="val 2632"/>
            </a:avLst>
          </a:prstGeom>
          <a:solidFill xmlns:a="http://schemas.openxmlformats.org/drawingml/2006/main">
            <a:srgbClr val="F2F4F7"/>
          </a:solidFill>
          <a:ln xmlns:a="http://schemas.openxmlformats.org/drawingml/2006/main" w="12383">
            <a:solidFill>
              <a:srgbClr val="CEDBE8"/>
            </a:solidFill>
          </a:ln>
        </p:spPr>
      </p:sp>
      <p:sp>
        <p:nvSpPr>
          <p:cNvPr id="7" name="">
            <a:extLst xmlns:a="http://schemas.openxmlformats.org/drawingml/2006/main">
              <a:ext uri="{FF2B5EF4-FFF2-40B4-BE49-F238E27FC236}">
                <a16:creationId xmlns:a16="http://schemas.microsoft.com/office/drawing/2014/main" id="{F2DFE3EB-E981-431B-AC5D-FA056115448A}"/>
              </a:ext>
            </a:extLst>
          </p:cNvPr>
          <p:cNvSpPr>
            <a:spLocks xmlns:a="http://schemas.openxmlformats.org/drawingml/2006/main" noGrp="1"/>
          </p:cNvSpPr>
          <p:nvPr/>
        </p:nvSpPr>
        <p:spPr>
          <a:xfrm xmlns:a="http://schemas.openxmlformats.org/drawingml/2006/main">
            <a:off x="5448300" y="1819275"/>
            <a:ext cx="4343400" cy="4991100"/>
          </a:xfrm>
          <a:prstGeom xmlns:a="http://schemas.openxmlformats.org/drawingml/2006/main" prst="roundRect">
            <a:avLst>
              <a:gd name="adj" fmla="val 2632"/>
            </a:avLst>
          </a:prstGeom>
          <a:solidFill xmlns:a="http://schemas.openxmlformats.org/drawingml/2006/main">
            <a:srgbClr val="FFF1E3"/>
          </a:solidFill>
          <a:ln xmlns:a="http://schemas.openxmlformats.org/drawingml/2006/main" w="12383">
            <a:solidFill>
              <a:srgbClr val="E9C6A6"/>
            </a:solidFill>
          </a:ln>
        </p:spPr>
      </p:sp>
      <p:sp>
        <p:nvSpPr>
          <p:cNvPr id="8" name="">
            <a:extLst xmlns:a="http://schemas.openxmlformats.org/drawingml/2006/main">
              <a:ext uri="{FF2B5EF4-FFF2-40B4-BE49-F238E27FC236}">
                <a16:creationId xmlns:a16="http://schemas.microsoft.com/office/drawing/2014/main" id="{374D5F15-CE4C-487F-BC14-C1AEC6E93610}"/>
              </a:ext>
            </a:extLst>
          </p:cNvPr>
          <p:cNvSpPr>
            <a:spLocks xmlns:a="http://schemas.openxmlformats.org/drawingml/2006/main" noGrp="1"/>
          </p:cNvSpPr>
          <p:nvPr/>
        </p:nvSpPr>
        <p:spPr>
          <a:xfrm xmlns:a="http://schemas.openxmlformats.org/drawingml/2006/main">
            <a:off x="10287000" y="1819275"/>
            <a:ext cx="4343400" cy="4991100"/>
          </a:xfrm>
          <a:prstGeom xmlns:a="http://schemas.openxmlformats.org/drawingml/2006/main" prst="roundRect">
            <a:avLst>
              <a:gd name="adj" fmla="val 2632"/>
            </a:avLst>
          </a:prstGeom>
          <a:solidFill xmlns:a="http://schemas.openxmlformats.org/drawingml/2006/main">
            <a:srgbClr val="EDF5FF"/>
          </a:solidFill>
          <a:ln xmlns:a="http://schemas.openxmlformats.org/drawingml/2006/main" w="12383">
            <a:solidFill>
              <a:srgbClr val="8FB7EF"/>
            </a:solidFill>
          </a:ln>
        </p:spPr>
      </p:sp>
      <p:cxnSp>
        <p:nvCxnSpPr>
          <p:cNvPr id="67" name=""/>
          <p:cNvCxnSpPr>
            <a:stCxn xmlns:a="http://schemas.openxmlformats.org/drawingml/2006/main" id="6" idx="3"/>
            <a:endCxn xmlns:a="http://schemas.openxmlformats.org/drawingml/2006/main" id="7" idx="1"/>
          </p:cNvCxnSpPr>
          <p:nvPr/>
        </p:nvCxnSpPr>
        <p:spPr>
          <a:xfrm xmlns:a="http://schemas.openxmlformats.org/drawingml/2006/main">
            <a:off x="4953000" y="4314825"/>
            <a:ext cx="4953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68" name=""/>
          <p:cNvCxnSpPr>
            <a:stCxn xmlns:a="http://schemas.openxmlformats.org/drawingml/2006/main" id="7" idx="3"/>
            <a:endCxn xmlns:a="http://schemas.openxmlformats.org/drawingml/2006/main" id="8" idx="1"/>
          </p:cNvCxnSpPr>
          <p:nvPr/>
        </p:nvCxnSpPr>
        <p:spPr>
          <a:xfrm xmlns:a="http://schemas.openxmlformats.org/drawingml/2006/main">
            <a:off x="9791700" y="4314825"/>
            <a:ext cx="4953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894F75CF-C7D1-4D48-B8D3-5825B3B80709}"/>
              </a:ext>
            </a:extLst>
          </p:cNvPr>
          <p:cNvSpPr>
            <a:spLocks xmlns:a="http://schemas.openxmlformats.org/drawingml/2006/main" noGrp="1"/>
          </p:cNvSpPr>
          <p:nvPr/>
        </p:nvSpPr>
        <p:spPr>
          <a:xfrm xmlns:a="http://schemas.openxmlformats.org/drawingml/2006/main">
            <a:off x="857250" y="20383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60748A"/>
                </a:solidFill>
                <a:latin typeface="Noto Sans CJK KR"/>
                <a:ea typeface="Noto Sans CJK KR"/>
                <a:cs typeface="Noto Sans CJK KR"/>
              </a:defRPr>
            </a:pPr>
            <a:r>
              <a:rPr sz="1725" b="1">
                <a:solidFill>
                  <a:srgbClr val="60748A"/>
                </a:solidFill>
                <a:latin typeface="Noto Sans CJK KR"/>
                <a:ea typeface="Noto Sans CJK KR"/>
                <a:cs typeface="Noto Sans CJK KR"/>
              </a:rPr>
              <a:t>Phase 1</a:t>
            </a:r>
          </a:p>
        </p:txBody>
      </p:sp>
      <p:sp>
        <p:nvSpPr>
          <p:cNvPr id="12" name="">
            <a:extLst xmlns:a="http://schemas.openxmlformats.org/drawingml/2006/main">
              <a:ext uri="{FF2B5EF4-FFF2-40B4-BE49-F238E27FC236}">
                <a16:creationId xmlns:a16="http://schemas.microsoft.com/office/drawing/2014/main" id="{5F8D41F1-A4E3-4EC3-AF6D-648908D6B7C6}"/>
              </a:ext>
            </a:extLst>
          </p:cNvPr>
          <p:cNvSpPr>
            <a:spLocks xmlns:a="http://schemas.openxmlformats.org/drawingml/2006/main" noGrp="1"/>
          </p:cNvSpPr>
          <p:nvPr/>
        </p:nvSpPr>
        <p:spPr>
          <a:xfrm xmlns:a="http://schemas.openxmlformats.org/drawingml/2006/main">
            <a:off x="5695950" y="20383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AD5C13"/>
                </a:solidFill>
                <a:latin typeface="Noto Sans CJK KR"/>
                <a:ea typeface="Noto Sans CJK KR"/>
                <a:cs typeface="Noto Sans CJK KR"/>
              </a:defRPr>
            </a:pPr>
            <a:r>
              <a:rPr sz="1725" b="1">
                <a:solidFill>
                  <a:srgbClr val="AD5C13"/>
                </a:solidFill>
                <a:latin typeface="Noto Sans CJK KR"/>
                <a:ea typeface="Noto Sans CJK KR"/>
                <a:cs typeface="Noto Sans CJK KR"/>
              </a:rPr>
              <a:t>Phase 2</a:t>
            </a:r>
          </a:p>
        </p:txBody>
      </p:sp>
      <p:sp>
        <p:nvSpPr>
          <p:cNvPr id="13" name="">
            <a:extLst xmlns:a="http://schemas.openxmlformats.org/drawingml/2006/main">
              <a:ext uri="{FF2B5EF4-FFF2-40B4-BE49-F238E27FC236}">
                <a16:creationId xmlns:a16="http://schemas.microsoft.com/office/drawing/2014/main" id="{7AD9EB41-B62C-4E36-8141-AF0547BA68CB}"/>
              </a:ext>
            </a:extLst>
          </p:cNvPr>
          <p:cNvSpPr>
            <a:spLocks xmlns:a="http://schemas.openxmlformats.org/drawingml/2006/main" noGrp="1"/>
          </p:cNvSpPr>
          <p:nvPr/>
        </p:nvSpPr>
        <p:spPr>
          <a:xfrm xmlns:a="http://schemas.openxmlformats.org/drawingml/2006/main">
            <a:off x="10534650" y="20383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769D2"/>
                </a:solidFill>
                <a:latin typeface="Noto Sans CJK KR"/>
                <a:ea typeface="Noto Sans CJK KR"/>
                <a:cs typeface="Noto Sans CJK KR"/>
              </a:defRPr>
            </a:pPr>
            <a:r>
              <a:rPr sz="1725" b="1">
                <a:solidFill>
                  <a:srgbClr val="1769D2"/>
                </a:solidFill>
                <a:latin typeface="Noto Sans CJK KR"/>
                <a:ea typeface="Noto Sans CJK KR"/>
                <a:cs typeface="Noto Sans CJK KR"/>
              </a:rPr>
              <a:t>Phase 3</a:t>
            </a:r>
          </a:p>
        </p:txBody>
      </p:sp>
      <p:sp>
        <p:nvSpPr>
          <p:cNvPr id="14" name="">
            <a:extLst xmlns:a="http://schemas.openxmlformats.org/drawingml/2006/main">
              <a:ext uri="{FF2B5EF4-FFF2-40B4-BE49-F238E27FC236}">
                <a16:creationId xmlns:a16="http://schemas.microsoft.com/office/drawing/2014/main" id="{3A60585D-818F-43EF-B590-B7F1423C1397}"/>
              </a:ext>
            </a:extLst>
          </p:cNvPr>
          <p:cNvSpPr>
            <a:spLocks xmlns:a="http://schemas.openxmlformats.org/drawingml/2006/main" noGrp="1"/>
          </p:cNvSpPr>
          <p:nvPr/>
        </p:nvSpPr>
        <p:spPr>
          <a:xfrm xmlns:a="http://schemas.openxmlformats.org/drawingml/2006/main">
            <a:off x="857250" y="2466975"/>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02D50"/>
                </a:solidFill>
                <a:latin typeface="Noto Sans CJK KR"/>
                <a:ea typeface="Noto Sans CJK KR"/>
                <a:cs typeface="Noto Sans CJK KR"/>
              </a:defRPr>
            </a:pPr>
            <a:r>
              <a:rPr sz="2250" b="1">
                <a:solidFill>
                  <a:srgbClr val="102D50"/>
                </a:solidFill>
                <a:latin typeface="Noto Sans CJK KR"/>
                <a:ea typeface="Noto Sans CJK KR"/>
                <a:cs typeface="Noto Sans CJK KR"/>
              </a:rPr>
              <a:t>단순 LLM 연동</a:t>
            </a:r>
          </a:p>
        </p:txBody>
      </p:sp>
      <p:sp>
        <p:nvSpPr>
          <p:cNvPr id="15" name="">
            <a:extLst xmlns:a="http://schemas.openxmlformats.org/drawingml/2006/main">
              <a:ext uri="{FF2B5EF4-FFF2-40B4-BE49-F238E27FC236}">
                <a16:creationId xmlns:a16="http://schemas.microsoft.com/office/drawing/2014/main" id="{52688608-1700-40AF-BE9C-0F7BDE4551D3}"/>
              </a:ext>
            </a:extLst>
          </p:cNvPr>
          <p:cNvSpPr>
            <a:spLocks xmlns:a="http://schemas.openxmlformats.org/drawingml/2006/main" noGrp="1"/>
          </p:cNvSpPr>
          <p:nvPr/>
        </p:nvSpPr>
        <p:spPr>
          <a:xfrm xmlns:a="http://schemas.openxmlformats.org/drawingml/2006/main">
            <a:off x="5695950" y="2466975"/>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02D50"/>
                </a:solidFill>
                <a:latin typeface="Noto Sans CJK KR"/>
                <a:ea typeface="Noto Sans CJK KR"/>
                <a:cs typeface="Noto Sans CJK KR"/>
              </a:defRPr>
            </a:pPr>
            <a:r>
              <a:rPr sz="2250" b="1">
                <a:solidFill>
                  <a:srgbClr val="102D50"/>
                </a:solidFill>
                <a:latin typeface="Noto Sans CJK KR"/>
                <a:ea typeface="Noto Sans CJK KR"/>
                <a:cs typeface="Noto Sans CJK KR"/>
              </a:rPr>
              <a:t>Tool Calling 기반 Agent</a:t>
            </a:r>
          </a:p>
        </p:txBody>
      </p:sp>
      <p:sp>
        <p:nvSpPr>
          <p:cNvPr id="16" name="">
            <a:extLst xmlns:a="http://schemas.openxmlformats.org/drawingml/2006/main">
              <a:ext uri="{FF2B5EF4-FFF2-40B4-BE49-F238E27FC236}">
                <a16:creationId xmlns:a16="http://schemas.microsoft.com/office/drawing/2014/main" id="{D8D2E6A0-397C-480F-A574-959F35A3E9CB}"/>
              </a:ext>
            </a:extLst>
          </p:cNvPr>
          <p:cNvSpPr>
            <a:spLocks xmlns:a="http://schemas.openxmlformats.org/drawingml/2006/main" noGrp="1"/>
          </p:cNvSpPr>
          <p:nvPr/>
        </p:nvSpPr>
        <p:spPr>
          <a:xfrm xmlns:a="http://schemas.openxmlformats.org/drawingml/2006/main">
            <a:off x="10534650" y="2466975"/>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02D50"/>
                </a:solidFill>
                <a:latin typeface="Noto Sans CJK KR"/>
                <a:ea typeface="Noto Sans CJK KR"/>
                <a:cs typeface="Noto Sans CJK KR"/>
              </a:defRPr>
            </a:pPr>
            <a:r>
              <a:rPr sz="2250" b="1">
                <a:solidFill>
                  <a:srgbClr val="102D50"/>
                </a:solidFill>
                <a:latin typeface="Noto Sans CJK KR"/>
                <a:ea typeface="Noto Sans CJK KR"/>
                <a:cs typeface="Noto Sans CJK KR"/>
              </a:rPr>
              <a:t>Optimized Multi-Agent</a:t>
            </a:r>
          </a:p>
        </p:txBody>
      </p:sp>
      <p:sp>
        <p:nvSpPr>
          <p:cNvPr id="17" name="">
            <a:extLst xmlns:a="http://schemas.openxmlformats.org/drawingml/2006/main">
              <a:ext uri="{FF2B5EF4-FFF2-40B4-BE49-F238E27FC236}">
                <a16:creationId xmlns:a16="http://schemas.microsoft.com/office/drawing/2014/main" id="{07FA3F63-A577-4259-B96E-E3025D95D677}"/>
              </a:ext>
            </a:extLst>
          </p:cNvPr>
          <p:cNvSpPr>
            <a:spLocks xmlns:a="http://schemas.openxmlformats.org/drawingml/2006/main" noGrp="1"/>
          </p:cNvSpPr>
          <p:nvPr/>
        </p:nvSpPr>
        <p:spPr>
          <a:xfrm xmlns:a="http://schemas.openxmlformats.org/drawingml/2006/main">
            <a:off x="857250" y="3181350"/>
            <a:ext cx="1381125" cy="45720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2383">
            <a:solidFill>
              <a:srgbClr val="CEDBE8"/>
            </a:solidFill>
          </a:ln>
        </p:spPr>
      </p:sp>
      <p:sp>
        <p:nvSpPr>
          <p:cNvPr id="18" name="">
            <a:extLst xmlns:a="http://schemas.openxmlformats.org/drawingml/2006/main">
              <a:ext uri="{FF2B5EF4-FFF2-40B4-BE49-F238E27FC236}">
                <a16:creationId xmlns:a16="http://schemas.microsoft.com/office/drawing/2014/main" id="{204883FF-D3B9-49D2-AB17-DE9F04AB4161}"/>
              </a:ext>
            </a:extLst>
          </p:cNvPr>
          <p:cNvSpPr>
            <a:spLocks xmlns:a="http://schemas.openxmlformats.org/drawingml/2006/main" noGrp="1"/>
          </p:cNvSpPr>
          <p:nvPr/>
        </p:nvSpPr>
        <p:spPr>
          <a:xfrm xmlns:a="http://schemas.openxmlformats.org/drawingml/2006/main">
            <a:off x="952500" y="3238500"/>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02D50"/>
                </a:solidFill>
                <a:latin typeface="Noto Sans CJK KR"/>
                <a:ea typeface="Noto Sans CJK KR"/>
                <a:cs typeface="Noto Sans CJK KR"/>
              </a:defRPr>
            </a:pPr>
            <a:r>
              <a:rPr sz="1350" b="1">
                <a:solidFill>
                  <a:srgbClr val="102D50"/>
                </a:solidFill>
                <a:latin typeface="Noto Sans CJK KR"/>
                <a:ea typeface="Noto Sans CJK KR"/>
                <a:cs typeface="Noto Sans CJK KR"/>
              </a:rPr>
              <a:t>Dashboard Data</a:t>
            </a:r>
          </a:p>
        </p:txBody>
      </p:sp>
      <p:sp>
        <p:nvSpPr>
          <p:cNvPr id="19" name="">
            <a:extLst xmlns:a="http://schemas.openxmlformats.org/drawingml/2006/main">
              <a:ext uri="{FF2B5EF4-FFF2-40B4-BE49-F238E27FC236}">
                <a16:creationId xmlns:a16="http://schemas.microsoft.com/office/drawing/2014/main" id="{156489D7-12EA-46FF-B359-1D2F622D1E23}"/>
              </a:ext>
            </a:extLst>
          </p:cNvPr>
          <p:cNvSpPr>
            <a:spLocks xmlns:a="http://schemas.openxmlformats.org/drawingml/2006/main" noGrp="1"/>
          </p:cNvSpPr>
          <p:nvPr/>
        </p:nvSpPr>
        <p:spPr>
          <a:xfrm xmlns:a="http://schemas.openxmlformats.org/drawingml/2006/main">
            <a:off x="2562225" y="3181350"/>
            <a:ext cx="733425" cy="45720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2383">
            <a:solidFill>
              <a:srgbClr val="CEDBE8"/>
            </a:solidFill>
          </a:ln>
        </p:spPr>
      </p:sp>
      <p:sp>
        <p:nvSpPr>
          <p:cNvPr id="20" name="">
            <a:extLst xmlns:a="http://schemas.openxmlformats.org/drawingml/2006/main">
              <a:ext uri="{FF2B5EF4-FFF2-40B4-BE49-F238E27FC236}">
                <a16:creationId xmlns:a16="http://schemas.microsoft.com/office/drawing/2014/main" id="{3E731F7D-F0D2-44CC-BD63-B1355FA94BCB}"/>
              </a:ext>
            </a:extLst>
          </p:cNvPr>
          <p:cNvSpPr>
            <a:spLocks xmlns:a="http://schemas.openxmlformats.org/drawingml/2006/main" noGrp="1"/>
          </p:cNvSpPr>
          <p:nvPr/>
        </p:nvSpPr>
        <p:spPr>
          <a:xfrm xmlns:a="http://schemas.openxmlformats.org/drawingml/2006/main">
            <a:off x="2657475" y="3238500"/>
            <a:ext cx="542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02D50"/>
                </a:solidFill>
                <a:latin typeface="Noto Sans CJK KR"/>
                <a:ea typeface="Noto Sans CJK KR"/>
                <a:cs typeface="Noto Sans CJK KR"/>
              </a:defRPr>
            </a:pPr>
            <a:r>
              <a:rPr sz="1500" b="1">
                <a:solidFill>
                  <a:srgbClr val="102D50"/>
                </a:solidFill>
                <a:latin typeface="Noto Sans CJK KR"/>
                <a:ea typeface="Noto Sans CJK KR"/>
                <a:cs typeface="Noto Sans CJK KR"/>
              </a:rPr>
              <a:t>LLM</a:t>
            </a:r>
          </a:p>
        </p:txBody>
      </p:sp>
      <p:sp>
        <p:nvSpPr>
          <p:cNvPr id="21" name="">
            <a:extLst xmlns:a="http://schemas.openxmlformats.org/drawingml/2006/main">
              <a:ext uri="{FF2B5EF4-FFF2-40B4-BE49-F238E27FC236}">
                <a16:creationId xmlns:a16="http://schemas.microsoft.com/office/drawing/2014/main" id="{57850D15-717A-4DFD-9DFF-0CD24C0A9C70}"/>
              </a:ext>
            </a:extLst>
          </p:cNvPr>
          <p:cNvSpPr>
            <a:spLocks xmlns:a="http://schemas.openxmlformats.org/drawingml/2006/main" noGrp="1"/>
          </p:cNvSpPr>
          <p:nvPr/>
        </p:nvSpPr>
        <p:spPr>
          <a:xfrm xmlns:a="http://schemas.openxmlformats.org/drawingml/2006/main">
            <a:off x="3619500" y="3181350"/>
            <a:ext cx="1066800" cy="45720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2383">
            <a:solidFill>
              <a:srgbClr val="CEDBE8"/>
            </a:solidFill>
          </a:ln>
        </p:spPr>
      </p:sp>
      <p:sp>
        <p:nvSpPr>
          <p:cNvPr id="22" name="">
            <a:extLst xmlns:a="http://schemas.openxmlformats.org/drawingml/2006/main">
              <a:ext uri="{FF2B5EF4-FFF2-40B4-BE49-F238E27FC236}">
                <a16:creationId xmlns:a16="http://schemas.microsoft.com/office/drawing/2014/main" id="{BF2C9B63-3E16-4E4A-B560-344316CDD1DF}"/>
              </a:ext>
            </a:extLst>
          </p:cNvPr>
          <p:cNvSpPr>
            <a:spLocks xmlns:a="http://schemas.openxmlformats.org/drawingml/2006/main" noGrp="1"/>
          </p:cNvSpPr>
          <p:nvPr/>
        </p:nvSpPr>
        <p:spPr>
          <a:xfrm xmlns:a="http://schemas.openxmlformats.org/drawingml/2006/main">
            <a:off x="3714750" y="3238500"/>
            <a:ext cx="87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02D50"/>
                </a:solidFill>
                <a:latin typeface="Noto Sans CJK KR"/>
                <a:ea typeface="Noto Sans CJK KR"/>
                <a:cs typeface="Noto Sans CJK KR"/>
              </a:defRPr>
            </a:pPr>
            <a:r>
              <a:rPr sz="1425" b="1">
                <a:solidFill>
                  <a:srgbClr val="102D50"/>
                </a:solidFill>
                <a:latin typeface="Noto Sans CJK KR"/>
                <a:ea typeface="Noto Sans CJK KR"/>
                <a:cs typeface="Noto Sans CJK KR"/>
              </a:rPr>
              <a:t>Result</a:t>
            </a:r>
          </a:p>
        </p:txBody>
      </p:sp>
      <p:cxnSp>
        <p:nvCxnSpPr>
          <p:cNvPr id="81" name=""/>
          <p:cNvCxnSpPr>
            <a:stCxn xmlns:a="http://schemas.openxmlformats.org/drawingml/2006/main" id="17" idx="3"/>
            <a:endCxn xmlns:a="http://schemas.openxmlformats.org/drawingml/2006/main" id="19" idx="1"/>
          </p:cNvCxnSpPr>
          <p:nvPr/>
        </p:nvCxnSpPr>
        <p:spPr>
          <a:xfrm xmlns:a="http://schemas.openxmlformats.org/drawingml/2006/main">
            <a:off x="2238375" y="3409950"/>
            <a:ext cx="32385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82" name=""/>
          <p:cNvCxnSpPr>
            <a:stCxn xmlns:a="http://schemas.openxmlformats.org/drawingml/2006/main" id="19" idx="3"/>
            <a:endCxn xmlns:a="http://schemas.openxmlformats.org/drawingml/2006/main" id="21" idx="1"/>
          </p:cNvCxnSpPr>
          <p:nvPr/>
        </p:nvCxnSpPr>
        <p:spPr>
          <a:xfrm xmlns:a="http://schemas.openxmlformats.org/drawingml/2006/main">
            <a:off x="3295650" y="3409950"/>
            <a:ext cx="32385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9E324B8D-8A7D-48EB-9518-0F8108A586DF}"/>
              </a:ext>
            </a:extLst>
          </p:cNvPr>
          <p:cNvSpPr>
            <a:spLocks xmlns:a="http://schemas.openxmlformats.org/drawingml/2006/main" noGrp="1"/>
          </p:cNvSpPr>
          <p:nvPr/>
        </p:nvSpPr>
        <p:spPr>
          <a:xfrm xmlns:a="http://schemas.openxmlformats.org/drawingml/2006/main">
            <a:off x="5695950" y="3181350"/>
            <a:ext cx="1019175" cy="45720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2383">
            <a:solidFill>
              <a:srgbClr val="CEDBE8"/>
            </a:solidFill>
          </a:ln>
        </p:spPr>
      </p:sp>
      <p:sp>
        <p:nvSpPr>
          <p:cNvPr id="26" name="">
            <a:extLst xmlns:a="http://schemas.openxmlformats.org/drawingml/2006/main">
              <a:ext uri="{FF2B5EF4-FFF2-40B4-BE49-F238E27FC236}">
                <a16:creationId xmlns:a16="http://schemas.microsoft.com/office/drawing/2014/main" id="{FAF1B044-0748-497F-8BA6-0980A69CC314}"/>
              </a:ext>
            </a:extLst>
          </p:cNvPr>
          <p:cNvSpPr>
            <a:spLocks xmlns:a="http://schemas.openxmlformats.org/drawingml/2006/main" noGrp="1"/>
          </p:cNvSpPr>
          <p:nvPr/>
        </p:nvSpPr>
        <p:spPr>
          <a:xfrm xmlns:a="http://schemas.openxmlformats.org/drawingml/2006/main">
            <a:off x="5791200" y="3238500"/>
            <a:ext cx="828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102D50"/>
                </a:solidFill>
                <a:latin typeface="Noto Sans CJK KR"/>
                <a:ea typeface="Noto Sans CJK KR"/>
                <a:cs typeface="Noto Sans CJK KR"/>
              </a:defRPr>
            </a:pPr>
            <a:r>
              <a:rPr sz="1575" b="1">
                <a:solidFill>
                  <a:srgbClr val="102D50"/>
                </a:solidFill>
                <a:latin typeface="Noto Sans CJK KR"/>
                <a:ea typeface="Noto Sans CJK KR"/>
                <a:cs typeface="Noto Sans CJK KR"/>
              </a:rPr>
              <a:t>LLM</a:t>
            </a:r>
          </a:p>
        </p:txBody>
      </p:sp>
      <p:sp>
        <p:nvSpPr>
          <p:cNvPr id="27" name="">
            <a:extLst xmlns:a="http://schemas.openxmlformats.org/drawingml/2006/main">
              <a:ext uri="{FF2B5EF4-FFF2-40B4-BE49-F238E27FC236}">
                <a16:creationId xmlns:a16="http://schemas.microsoft.com/office/drawing/2014/main" id="{4A1833F2-40F3-4E67-A30C-71A2DB6257CB}"/>
              </a:ext>
            </a:extLst>
          </p:cNvPr>
          <p:cNvSpPr>
            <a:spLocks xmlns:a="http://schemas.openxmlformats.org/drawingml/2006/main" noGrp="1"/>
          </p:cNvSpPr>
          <p:nvPr/>
        </p:nvSpPr>
        <p:spPr>
          <a:xfrm xmlns:a="http://schemas.openxmlformats.org/drawingml/2006/main">
            <a:off x="7086600" y="3181350"/>
            <a:ext cx="2457450" cy="45720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2383">
            <a:solidFill>
              <a:srgbClr val="CEDBE8"/>
            </a:solidFill>
          </a:ln>
        </p:spPr>
      </p:sp>
      <p:sp>
        <p:nvSpPr>
          <p:cNvPr id="28" name="">
            <a:extLst xmlns:a="http://schemas.openxmlformats.org/drawingml/2006/main">
              <a:ext uri="{FF2B5EF4-FFF2-40B4-BE49-F238E27FC236}">
                <a16:creationId xmlns:a16="http://schemas.microsoft.com/office/drawing/2014/main" id="{B77795FB-2BF9-4B8D-8DAA-142CEED6631C}"/>
              </a:ext>
            </a:extLst>
          </p:cNvPr>
          <p:cNvSpPr>
            <a:spLocks xmlns:a="http://schemas.openxmlformats.org/drawingml/2006/main" noGrp="1"/>
          </p:cNvSpPr>
          <p:nvPr/>
        </p:nvSpPr>
        <p:spPr>
          <a:xfrm xmlns:a="http://schemas.openxmlformats.org/drawingml/2006/main">
            <a:off x="7181850" y="323850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02D50"/>
                </a:solidFill>
                <a:latin typeface="Noto Sans CJK KR"/>
                <a:ea typeface="Noto Sans CJK KR"/>
                <a:cs typeface="Noto Sans CJK KR"/>
              </a:defRPr>
            </a:pPr>
            <a:r>
              <a:rPr sz="1350" b="1">
                <a:solidFill>
                  <a:srgbClr val="102D50"/>
                </a:solidFill>
                <a:latin typeface="Noto Sans CJK KR"/>
                <a:ea typeface="Noto Sans CJK KR"/>
                <a:cs typeface="Noto Sans CJK KR"/>
              </a:rPr>
              <a:t>Trend / FFT / History Tools</a:t>
            </a:r>
          </a:p>
        </p:txBody>
      </p:sp>
      <p:cxnSp>
        <p:nvCxnSpPr>
          <p:cNvPr id="87" name=""/>
          <p:cNvCxnSpPr>
            <a:stCxn xmlns:a="http://schemas.openxmlformats.org/drawingml/2006/main" id="25" idx="3"/>
            <a:endCxn xmlns:a="http://schemas.openxmlformats.org/drawingml/2006/main" id="27" idx="1"/>
          </p:cNvCxnSpPr>
          <p:nvPr/>
        </p:nvCxnSpPr>
        <p:spPr>
          <a:xfrm xmlns:a="http://schemas.openxmlformats.org/drawingml/2006/main">
            <a:off x="6715125" y="3409950"/>
            <a:ext cx="371475" cy="0"/>
          </a:xfrm>
          <a:prstGeom xmlns:a="http://schemas.openxmlformats.org/drawingml/2006/main" prst="straightConnector1">
            <a:avLst/>
          </a:prstGeom>
          <a:ln xmlns:a="http://schemas.openxmlformats.org/drawingml/2006/main" w="22860">
            <a:solidFill>
              <a:srgbClr val="AD5C13"/>
            </a:solidFill>
            <a:prstDash val="solid"/>
            <a:headEnd type="triangle" w="med" len="med"/>
            <a:tailEnd type="triangle" w="med" len="med"/>
          </a:ln>
        </p:spPr>
      </p:cxnSp>
      <p:sp>
        <p:nvSpPr>
          <p:cNvPr id="30" name="">
            <a:extLst xmlns:a="http://schemas.openxmlformats.org/drawingml/2006/main">
              <a:ext uri="{FF2B5EF4-FFF2-40B4-BE49-F238E27FC236}">
                <a16:creationId xmlns:a16="http://schemas.microsoft.com/office/drawing/2014/main" id="{FA2B458F-6580-4364-B752-8432396B4FC4}"/>
              </a:ext>
            </a:extLst>
          </p:cNvPr>
          <p:cNvSpPr>
            <a:spLocks xmlns:a="http://schemas.openxmlformats.org/drawingml/2006/main" noGrp="1"/>
          </p:cNvSpPr>
          <p:nvPr/>
        </p:nvSpPr>
        <p:spPr>
          <a:xfrm xmlns:a="http://schemas.openxmlformats.org/drawingml/2006/main">
            <a:off x="10534650" y="3181350"/>
            <a:ext cx="790575" cy="45720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2383">
            <a:solidFill>
              <a:srgbClr val="CEDBE8"/>
            </a:solidFill>
          </a:ln>
        </p:spPr>
      </p:sp>
      <p:sp>
        <p:nvSpPr>
          <p:cNvPr id="31" name="">
            <a:extLst xmlns:a="http://schemas.openxmlformats.org/drawingml/2006/main">
              <a:ext uri="{FF2B5EF4-FFF2-40B4-BE49-F238E27FC236}">
                <a16:creationId xmlns:a16="http://schemas.microsoft.com/office/drawing/2014/main" id="{3F2CD41F-B168-4CC4-A14F-83E6C66E15B7}"/>
              </a:ext>
            </a:extLst>
          </p:cNvPr>
          <p:cNvSpPr>
            <a:spLocks xmlns:a="http://schemas.openxmlformats.org/drawingml/2006/main" noGrp="1"/>
          </p:cNvSpPr>
          <p:nvPr/>
        </p:nvSpPr>
        <p:spPr>
          <a:xfrm xmlns:a="http://schemas.openxmlformats.org/drawingml/2006/main">
            <a:off x="10629900" y="3238500"/>
            <a:ext cx="6000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02D50"/>
                </a:solidFill>
                <a:latin typeface="Noto Sans CJK KR"/>
                <a:ea typeface="Noto Sans CJK KR"/>
                <a:cs typeface="Noto Sans CJK KR"/>
              </a:defRPr>
            </a:pPr>
            <a:r>
              <a:rPr sz="1425" b="1">
                <a:solidFill>
                  <a:srgbClr val="102D50"/>
                </a:solidFill>
                <a:latin typeface="Noto Sans CJK KR"/>
                <a:ea typeface="Noto Sans CJK KR"/>
                <a:cs typeface="Noto Sans CJK KR"/>
              </a:rPr>
              <a:t>Main</a:t>
            </a:r>
          </a:p>
        </p:txBody>
      </p:sp>
      <p:sp>
        <p:nvSpPr>
          <p:cNvPr id="32" name="">
            <a:extLst xmlns:a="http://schemas.openxmlformats.org/drawingml/2006/main">
              <a:ext uri="{FF2B5EF4-FFF2-40B4-BE49-F238E27FC236}">
                <a16:creationId xmlns:a16="http://schemas.microsoft.com/office/drawing/2014/main" id="{FC23D4DC-1D70-4658-8444-69081EBC6473}"/>
              </a:ext>
            </a:extLst>
          </p:cNvPr>
          <p:cNvSpPr>
            <a:spLocks xmlns:a="http://schemas.openxmlformats.org/drawingml/2006/main" noGrp="1"/>
          </p:cNvSpPr>
          <p:nvPr/>
        </p:nvSpPr>
        <p:spPr>
          <a:xfrm xmlns:a="http://schemas.openxmlformats.org/drawingml/2006/main">
            <a:off x="11630025" y="3181350"/>
            <a:ext cx="828675" cy="45720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2383">
            <a:solidFill>
              <a:srgbClr val="CEDBE8"/>
            </a:solidFill>
          </a:ln>
        </p:spPr>
      </p:sp>
      <p:sp>
        <p:nvSpPr>
          <p:cNvPr id="33" name="">
            <a:extLst xmlns:a="http://schemas.openxmlformats.org/drawingml/2006/main">
              <a:ext uri="{FF2B5EF4-FFF2-40B4-BE49-F238E27FC236}">
                <a16:creationId xmlns:a16="http://schemas.microsoft.com/office/drawing/2014/main" id="{12C07A17-7F81-4AAE-AB2A-9152CE0993D0}"/>
              </a:ext>
            </a:extLst>
          </p:cNvPr>
          <p:cNvSpPr>
            <a:spLocks xmlns:a="http://schemas.openxmlformats.org/drawingml/2006/main" noGrp="1"/>
          </p:cNvSpPr>
          <p:nvPr/>
        </p:nvSpPr>
        <p:spPr>
          <a:xfrm xmlns:a="http://schemas.openxmlformats.org/drawingml/2006/main">
            <a:off x="11725275" y="3238500"/>
            <a:ext cx="638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02D50"/>
                </a:solidFill>
                <a:latin typeface="Noto Sans CJK KR"/>
                <a:ea typeface="Noto Sans CJK KR"/>
                <a:cs typeface="Noto Sans CJK KR"/>
              </a:defRPr>
            </a:pPr>
            <a:r>
              <a:rPr sz="1425" b="1">
                <a:solidFill>
                  <a:srgbClr val="102D50"/>
                </a:solidFill>
                <a:latin typeface="Noto Sans CJK KR"/>
                <a:ea typeface="Noto Sans CJK KR"/>
                <a:cs typeface="Noto Sans CJK KR"/>
              </a:rPr>
              <a:t>Agents</a:t>
            </a:r>
          </a:p>
        </p:txBody>
      </p:sp>
      <p:sp>
        <p:nvSpPr>
          <p:cNvPr id="34" name="">
            <a:extLst xmlns:a="http://schemas.openxmlformats.org/drawingml/2006/main">
              <a:ext uri="{FF2B5EF4-FFF2-40B4-BE49-F238E27FC236}">
                <a16:creationId xmlns:a16="http://schemas.microsoft.com/office/drawing/2014/main" id="{6454ADDA-E57D-4CE6-A031-4D98AECDE09C}"/>
              </a:ext>
            </a:extLst>
          </p:cNvPr>
          <p:cNvSpPr>
            <a:spLocks xmlns:a="http://schemas.openxmlformats.org/drawingml/2006/main" noGrp="1"/>
          </p:cNvSpPr>
          <p:nvPr/>
        </p:nvSpPr>
        <p:spPr>
          <a:xfrm xmlns:a="http://schemas.openxmlformats.org/drawingml/2006/main">
            <a:off x="12763500" y="3181350"/>
            <a:ext cx="866775" cy="457200"/>
          </a:xfrm>
          <a:prstGeom xmlns:a="http://schemas.openxmlformats.org/drawingml/2006/main" prst="roundRect">
            <a:avLst>
              <a:gd name="adj" fmla="val 20833"/>
            </a:avLst>
          </a:prstGeom>
          <a:solidFill xmlns:a="http://schemas.openxmlformats.org/drawingml/2006/main">
            <a:srgbClr val="FFFFFF"/>
          </a:solidFill>
          <a:ln xmlns:a="http://schemas.openxmlformats.org/drawingml/2006/main" w="12383">
            <a:solidFill>
              <a:srgbClr val="CEDBE8"/>
            </a:solidFill>
          </a:ln>
        </p:spPr>
      </p:sp>
      <p:sp>
        <p:nvSpPr>
          <p:cNvPr id="35" name="">
            <a:extLst xmlns:a="http://schemas.openxmlformats.org/drawingml/2006/main">
              <a:ext uri="{FF2B5EF4-FFF2-40B4-BE49-F238E27FC236}">
                <a16:creationId xmlns:a16="http://schemas.microsoft.com/office/drawing/2014/main" id="{4E6AF8B3-7348-4A9F-8D22-8212364E6DF2}"/>
              </a:ext>
            </a:extLst>
          </p:cNvPr>
          <p:cNvSpPr>
            <a:spLocks xmlns:a="http://schemas.openxmlformats.org/drawingml/2006/main" noGrp="1"/>
          </p:cNvSpPr>
          <p:nvPr/>
        </p:nvSpPr>
        <p:spPr>
          <a:xfrm xmlns:a="http://schemas.openxmlformats.org/drawingml/2006/main">
            <a:off x="12858750" y="3238500"/>
            <a:ext cx="676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102D50"/>
                </a:solidFill>
                <a:latin typeface="Noto Sans CJK KR"/>
                <a:ea typeface="Noto Sans CJK KR"/>
                <a:cs typeface="Noto Sans CJK KR"/>
              </a:defRPr>
            </a:pPr>
            <a:r>
              <a:rPr sz="1275" b="1">
                <a:solidFill>
                  <a:srgbClr val="102D50"/>
                </a:solidFill>
                <a:latin typeface="Noto Sans CJK KR"/>
                <a:ea typeface="Noto Sans CJK KR"/>
                <a:cs typeface="Noto Sans CJK KR"/>
              </a:rPr>
              <a:t>Evidence</a:t>
            </a:r>
          </a:p>
        </p:txBody>
      </p:sp>
      <p:sp>
        <p:nvSpPr>
          <p:cNvPr id="36" name="">
            <a:extLst xmlns:a="http://schemas.openxmlformats.org/drawingml/2006/main">
              <a:ext uri="{FF2B5EF4-FFF2-40B4-BE49-F238E27FC236}">
                <a16:creationId xmlns:a16="http://schemas.microsoft.com/office/drawing/2014/main" id="{707FA002-D19F-4DEB-99F1-0B25381986EE}"/>
              </a:ext>
            </a:extLst>
          </p:cNvPr>
          <p:cNvSpPr>
            <a:spLocks xmlns:a="http://schemas.openxmlformats.org/drawingml/2006/main" noGrp="1"/>
          </p:cNvSpPr>
          <p:nvPr/>
        </p:nvSpPr>
        <p:spPr>
          <a:xfrm xmlns:a="http://schemas.openxmlformats.org/drawingml/2006/main">
            <a:off x="13935075" y="3181350"/>
            <a:ext cx="447675" cy="457200"/>
          </a:xfrm>
          <a:prstGeom xmlns:a="http://schemas.openxmlformats.org/drawingml/2006/main" prst="roundRect">
            <a:avLst>
              <a:gd name="adj" fmla="val 21277"/>
            </a:avLst>
          </a:prstGeom>
          <a:solidFill xmlns:a="http://schemas.openxmlformats.org/drawingml/2006/main">
            <a:srgbClr val="FFFFFF"/>
          </a:solidFill>
          <a:ln xmlns:a="http://schemas.openxmlformats.org/drawingml/2006/main" w="12383">
            <a:solidFill>
              <a:srgbClr val="CEDBE8"/>
            </a:solidFill>
          </a:ln>
        </p:spPr>
      </p:sp>
      <p:sp>
        <p:nvSpPr>
          <p:cNvPr id="37" name="">
            <a:extLst xmlns:a="http://schemas.openxmlformats.org/drawingml/2006/main">
              <a:ext uri="{FF2B5EF4-FFF2-40B4-BE49-F238E27FC236}">
                <a16:creationId xmlns:a16="http://schemas.microsoft.com/office/drawing/2014/main" id="{479C9D15-3803-4CB4-8268-FEC3E7F7CD68}"/>
              </a:ext>
            </a:extLst>
          </p:cNvPr>
          <p:cNvSpPr>
            <a:spLocks xmlns:a="http://schemas.openxmlformats.org/drawingml/2006/main" noGrp="1"/>
          </p:cNvSpPr>
          <p:nvPr/>
        </p:nvSpPr>
        <p:spPr>
          <a:xfrm xmlns:a="http://schemas.openxmlformats.org/drawingml/2006/main">
            <a:off x="14030325" y="3238500"/>
            <a:ext cx="257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102D50"/>
                </a:solidFill>
                <a:latin typeface="Noto Sans CJK KR"/>
                <a:ea typeface="Noto Sans CJK KR"/>
                <a:cs typeface="Noto Sans CJK KR"/>
              </a:defRPr>
            </a:pPr>
            <a:r>
              <a:rPr sz="1275" b="1">
                <a:solidFill>
                  <a:srgbClr val="102D50"/>
                </a:solidFill>
                <a:latin typeface="Noto Sans CJK KR"/>
                <a:ea typeface="Noto Sans CJK KR"/>
                <a:cs typeface="Noto Sans CJK KR"/>
              </a:rPr>
              <a:t>진단</a:t>
            </a:r>
          </a:p>
        </p:txBody>
      </p:sp>
      <p:cxnSp>
        <p:nvCxnSpPr>
          <p:cNvPr id="96" name=""/>
          <p:cNvCxnSpPr>
            <a:stCxn xmlns:a="http://schemas.openxmlformats.org/drawingml/2006/main" id="30" idx="3"/>
            <a:endCxn xmlns:a="http://schemas.openxmlformats.org/drawingml/2006/main" id="32" idx="1"/>
          </p:cNvCxnSpPr>
          <p:nvPr/>
        </p:nvCxnSpPr>
        <p:spPr>
          <a:xfrm xmlns:a="http://schemas.openxmlformats.org/drawingml/2006/main">
            <a:off x="11325225" y="3409950"/>
            <a:ext cx="3048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97" name=""/>
          <p:cNvCxnSpPr>
            <a:stCxn xmlns:a="http://schemas.openxmlformats.org/drawingml/2006/main" id="32" idx="3"/>
            <a:endCxn xmlns:a="http://schemas.openxmlformats.org/drawingml/2006/main" id="34" idx="1"/>
          </p:cNvCxnSpPr>
          <p:nvPr/>
        </p:nvCxnSpPr>
        <p:spPr>
          <a:xfrm xmlns:a="http://schemas.openxmlformats.org/drawingml/2006/main">
            <a:off x="12458700" y="3409950"/>
            <a:ext cx="3048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98" name=""/>
          <p:cNvCxnSpPr>
            <a:stCxn xmlns:a="http://schemas.openxmlformats.org/drawingml/2006/main" id="34" idx="3"/>
            <a:endCxn xmlns:a="http://schemas.openxmlformats.org/drawingml/2006/main" id="36" idx="1"/>
          </p:cNvCxnSpPr>
          <p:nvPr/>
        </p:nvCxnSpPr>
        <p:spPr>
          <a:xfrm xmlns:a="http://schemas.openxmlformats.org/drawingml/2006/main">
            <a:off x="13630275" y="3409950"/>
            <a:ext cx="3048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sp>
        <p:nvSpPr>
          <p:cNvPr id="41" name="">
            <a:extLst xmlns:a="http://schemas.openxmlformats.org/drawingml/2006/main">
              <a:ext uri="{FF2B5EF4-FFF2-40B4-BE49-F238E27FC236}">
                <a16:creationId xmlns:a16="http://schemas.microsoft.com/office/drawing/2014/main" id="{3FBFB592-D42B-42F1-B8EE-7CFFE0812221}"/>
              </a:ext>
            </a:extLst>
          </p:cNvPr>
          <p:cNvSpPr>
            <a:spLocks xmlns:a="http://schemas.openxmlformats.org/drawingml/2006/main" noGrp="1"/>
          </p:cNvSpPr>
          <p:nvPr/>
        </p:nvSpPr>
        <p:spPr>
          <a:xfrm xmlns:a="http://schemas.openxmlformats.org/drawingml/2006/main">
            <a:off x="857250" y="3933825"/>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화면의 Trend·FFT 직접 전달</a:t>
            </a:r>
          </a:p>
        </p:txBody>
      </p:sp>
      <p:sp>
        <p:nvSpPr>
          <p:cNvPr id="42" name="">
            <a:extLst xmlns:a="http://schemas.openxmlformats.org/drawingml/2006/main">
              <a:ext uri="{FF2B5EF4-FFF2-40B4-BE49-F238E27FC236}">
                <a16:creationId xmlns:a16="http://schemas.microsoft.com/office/drawing/2014/main" id="{9E632B9A-CE07-45A2-9F5D-CF5781E4E4E6}"/>
              </a:ext>
            </a:extLst>
          </p:cNvPr>
          <p:cNvSpPr>
            <a:spLocks xmlns:a="http://schemas.openxmlformats.org/drawingml/2006/main" noGrp="1"/>
          </p:cNvSpPr>
          <p:nvPr/>
        </p:nvSpPr>
        <p:spPr>
          <a:xfrm xmlns:a="http://schemas.openxmlformats.org/drawingml/2006/main">
            <a:off x="857250" y="4381500"/>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현재 화면 데이터로 분석 범위 제한</a:t>
            </a:r>
          </a:p>
        </p:txBody>
      </p:sp>
      <p:sp>
        <p:nvSpPr>
          <p:cNvPr id="43" name="">
            <a:extLst xmlns:a="http://schemas.openxmlformats.org/drawingml/2006/main">
              <a:ext uri="{FF2B5EF4-FFF2-40B4-BE49-F238E27FC236}">
                <a16:creationId xmlns:a16="http://schemas.microsoft.com/office/drawing/2014/main" id="{B258F9C3-D80F-46DE-B257-EE8DC823A75F}"/>
              </a:ext>
            </a:extLst>
          </p:cNvPr>
          <p:cNvSpPr>
            <a:spLocks xmlns:a="http://schemas.openxmlformats.org/drawingml/2006/main" noGrp="1"/>
          </p:cNvSpPr>
          <p:nvPr/>
        </p:nvSpPr>
        <p:spPr>
          <a:xfrm xmlns:a="http://schemas.openxmlformats.org/drawingml/2006/main">
            <a:off x="857250" y="4829175"/>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과거 측정·진단 이력 접근 어려움</a:t>
            </a:r>
          </a:p>
        </p:txBody>
      </p:sp>
      <p:sp>
        <p:nvSpPr>
          <p:cNvPr id="44" name="">
            <a:extLst xmlns:a="http://schemas.openxmlformats.org/drawingml/2006/main">
              <a:ext uri="{FF2B5EF4-FFF2-40B4-BE49-F238E27FC236}">
                <a16:creationId xmlns:a16="http://schemas.microsoft.com/office/drawing/2014/main" id="{6EB0AD50-F0FD-4BF5-96F8-BDBC8126AA62}"/>
              </a:ext>
            </a:extLst>
          </p:cNvPr>
          <p:cNvSpPr>
            <a:spLocks xmlns:a="http://schemas.openxmlformats.org/drawingml/2006/main" noGrp="1"/>
          </p:cNvSpPr>
          <p:nvPr/>
        </p:nvSpPr>
        <p:spPr>
          <a:xfrm xmlns:a="http://schemas.openxmlformats.org/drawingml/2006/main">
            <a:off x="857250" y="5276850"/>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제한된 근거로 종합 해석에 한계</a:t>
            </a:r>
          </a:p>
        </p:txBody>
      </p:sp>
      <p:sp>
        <p:nvSpPr>
          <p:cNvPr id="45" name="">
            <a:extLst xmlns:a="http://schemas.openxmlformats.org/drawingml/2006/main">
              <a:ext uri="{FF2B5EF4-FFF2-40B4-BE49-F238E27FC236}">
                <a16:creationId xmlns:a16="http://schemas.microsoft.com/office/drawing/2014/main" id="{72A7776B-EB5B-47EF-BEAD-20B251476125}"/>
              </a:ext>
            </a:extLst>
          </p:cNvPr>
          <p:cNvSpPr>
            <a:spLocks xmlns:a="http://schemas.openxmlformats.org/drawingml/2006/main" noGrp="1"/>
          </p:cNvSpPr>
          <p:nvPr/>
        </p:nvSpPr>
        <p:spPr>
          <a:xfrm xmlns:a="http://schemas.openxmlformats.org/drawingml/2006/main">
            <a:off x="5695950" y="3933825"/>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435D"/>
                </a:solidFill>
                <a:latin typeface="Noto Sans CJK KR"/>
                <a:ea typeface="Noto Sans CJK KR"/>
                <a:cs typeface="Noto Sans CJK KR"/>
              </a:defRPr>
            </a:pPr>
            <a:r>
              <a:rPr sz="1725" b="0">
                <a:solidFill>
                  <a:srgbClr val="29435D"/>
                </a:solidFill>
                <a:latin typeface="Noto Sans CJK KR"/>
                <a:ea typeface="Noto Sans CJK KR"/>
                <a:cs typeface="Noto Sans CJK KR"/>
              </a:rPr>
              <a:t>Rule-based 분석을 Tool/Skill로 제공</a:t>
            </a:r>
          </a:p>
        </p:txBody>
      </p:sp>
      <p:sp>
        <p:nvSpPr>
          <p:cNvPr id="46" name="">
            <a:extLst xmlns:a="http://schemas.openxmlformats.org/drawingml/2006/main">
              <a:ext uri="{FF2B5EF4-FFF2-40B4-BE49-F238E27FC236}">
                <a16:creationId xmlns:a16="http://schemas.microsoft.com/office/drawing/2014/main" id="{5BFEFCFD-0F6D-4F54-96FF-1E24FCE2E837}"/>
              </a:ext>
            </a:extLst>
          </p:cNvPr>
          <p:cNvSpPr>
            <a:spLocks xmlns:a="http://schemas.openxmlformats.org/drawingml/2006/main" noGrp="1"/>
          </p:cNvSpPr>
          <p:nvPr/>
        </p:nvSpPr>
        <p:spPr>
          <a:xfrm xmlns:a="http://schemas.openxmlformats.org/drawingml/2006/main">
            <a:off x="5695950" y="4381500"/>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435D"/>
                </a:solidFill>
                <a:latin typeface="Noto Sans CJK KR"/>
                <a:ea typeface="Noto Sans CJK KR"/>
                <a:cs typeface="Noto Sans CJK KR"/>
              </a:defRPr>
            </a:pPr>
            <a:r>
              <a:rPr sz="1725" b="0">
                <a:solidFill>
                  <a:srgbClr val="29435D"/>
                </a:solidFill>
                <a:latin typeface="Noto Sans CJK KR"/>
                <a:ea typeface="Noto Sans CJK KR"/>
                <a:cs typeface="Noto Sans CJK KR"/>
              </a:rPr>
              <a:t>AI가 진동 데이터·진단 이력 조회</a:t>
            </a:r>
          </a:p>
        </p:txBody>
      </p:sp>
      <p:sp>
        <p:nvSpPr>
          <p:cNvPr id="47" name="">
            <a:extLst xmlns:a="http://schemas.openxmlformats.org/drawingml/2006/main">
              <a:ext uri="{FF2B5EF4-FFF2-40B4-BE49-F238E27FC236}">
                <a16:creationId xmlns:a16="http://schemas.microsoft.com/office/drawing/2014/main" id="{02BB1449-71A3-4C20-BEB1-53BAD0AD53D0}"/>
              </a:ext>
            </a:extLst>
          </p:cNvPr>
          <p:cNvSpPr>
            <a:spLocks xmlns:a="http://schemas.openxmlformats.org/drawingml/2006/main" noGrp="1"/>
          </p:cNvSpPr>
          <p:nvPr/>
        </p:nvSpPr>
        <p:spPr>
          <a:xfrm xmlns:a="http://schemas.openxmlformats.org/drawingml/2006/main">
            <a:off x="5695950" y="4829175"/>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435D"/>
                </a:solidFill>
                <a:latin typeface="Noto Sans CJK KR"/>
                <a:ea typeface="Noto Sans CJK KR"/>
                <a:cs typeface="Noto Sans CJK KR"/>
              </a:defRPr>
            </a:pPr>
            <a:r>
              <a:rPr sz="1725" b="0">
                <a:solidFill>
                  <a:srgbClr val="29435D"/>
                </a:solidFill>
                <a:latin typeface="Noto Sans CJK KR"/>
                <a:ea typeface="Noto Sans CJK KR"/>
                <a:cs typeface="Noto Sans CJK KR"/>
              </a:rPr>
              <a:t>분석 근거와 진단 범위 확대</a:t>
            </a:r>
          </a:p>
        </p:txBody>
      </p:sp>
      <p:sp>
        <p:nvSpPr>
          <p:cNvPr id="48" name="">
            <a:extLst xmlns:a="http://schemas.openxmlformats.org/drawingml/2006/main">
              <a:ext uri="{FF2B5EF4-FFF2-40B4-BE49-F238E27FC236}">
                <a16:creationId xmlns:a16="http://schemas.microsoft.com/office/drawing/2014/main" id="{37A5E1CC-527D-4950-BA49-D4FA682E667A}"/>
              </a:ext>
            </a:extLst>
          </p:cNvPr>
          <p:cNvSpPr>
            <a:spLocks xmlns:a="http://schemas.openxmlformats.org/drawingml/2006/main" noGrp="1"/>
          </p:cNvSpPr>
          <p:nvPr/>
        </p:nvSpPr>
        <p:spPr>
          <a:xfrm xmlns:a="http://schemas.openxmlformats.org/drawingml/2006/main">
            <a:off x="5695950" y="5276850"/>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9435D"/>
                </a:solidFill>
                <a:latin typeface="Noto Sans CJK KR"/>
                <a:ea typeface="Noto Sans CJK KR"/>
                <a:cs typeface="Noto Sans CJK KR"/>
              </a:defRPr>
            </a:pPr>
            <a:r>
              <a:rPr sz="1725" b="0">
                <a:solidFill>
                  <a:srgbClr val="29435D"/>
                </a:solidFill>
                <a:latin typeface="Noto Sans CJK KR"/>
                <a:ea typeface="Noto Sans CJK KR"/>
                <a:cs typeface="Noto Sans CJK KR"/>
              </a:rPr>
              <a:t>다단계 호출 및 화면 갱신마다 재분석</a:t>
            </a:r>
          </a:p>
        </p:txBody>
      </p:sp>
      <p:sp>
        <p:nvSpPr>
          <p:cNvPr id="49" name="">
            <a:extLst xmlns:a="http://schemas.openxmlformats.org/drawingml/2006/main">
              <a:ext uri="{FF2B5EF4-FFF2-40B4-BE49-F238E27FC236}">
                <a16:creationId xmlns:a16="http://schemas.microsoft.com/office/drawing/2014/main" id="{3AA16227-E215-45D6-80C6-64A19B2972A6}"/>
              </a:ext>
            </a:extLst>
          </p:cNvPr>
          <p:cNvSpPr>
            <a:spLocks xmlns:a="http://schemas.openxmlformats.org/drawingml/2006/main" noGrp="1"/>
          </p:cNvSpPr>
          <p:nvPr/>
        </p:nvSpPr>
        <p:spPr>
          <a:xfrm xmlns:a="http://schemas.openxmlformats.org/drawingml/2006/main">
            <a:off x="10534650" y="3933825"/>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Trend·FFT·History 역할 분리</a:t>
            </a:r>
          </a:p>
        </p:txBody>
      </p:sp>
      <p:sp>
        <p:nvSpPr>
          <p:cNvPr id="50" name="">
            <a:extLst xmlns:a="http://schemas.openxmlformats.org/drawingml/2006/main">
              <a:ext uri="{FF2B5EF4-FFF2-40B4-BE49-F238E27FC236}">
                <a16:creationId xmlns:a16="http://schemas.microsoft.com/office/drawing/2014/main" id="{D1DBC84E-5EB6-47D5-B2A2-5A852E01ABAE}"/>
              </a:ext>
            </a:extLst>
          </p:cNvPr>
          <p:cNvSpPr>
            <a:spLocks xmlns:a="http://schemas.openxmlformats.org/drawingml/2006/main" noGrp="1"/>
          </p:cNvSpPr>
          <p:nvPr/>
        </p:nvSpPr>
        <p:spPr>
          <a:xfrm xmlns:a="http://schemas.openxmlformats.org/drawingml/2006/main">
            <a:off x="10534650" y="4381500"/>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독립 분석 병렬 실행과 Prefetch</a:t>
            </a:r>
          </a:p>
        </p:txBody>
      </p:sp>
      <p:sp>
        <p:nvSpPr>
          <p:cNvPr id="51" name="">
            <a:extLst xmlns:a="http://schemas.openxmlformats.org/drawingml/2006/main">
              <a:ext uri="{FF2B5EF4-FFF2-40B4-BE49-F238E27FC236}">
                <a16:creationId xmlns:a16="http://schemas.microsoft.com/office/drawing/2014/main" id="{1082852A-C6A4-4EA1-8480-F17595485A3E}"/>
              </a:ext>
            </a:extLst>
          </p:cNvPr>
          <p:cNvSpPr>
            <a:spLocks xmlns:a="http://schemas.openxmlformats.org/drawingml/2006/main" noGrp="1"/>
          </p:cNvSpPr>
          <p:nvPr/>
        </p:nvSpPr>
        <p:spPr>
          <a:xfrm xmlns:a="http://schemas.openxmlformats.org/drawingml/2006/main">
            <a:off x="10534650" y="4829175"/>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필요한 경우에만 추가 Tool 호출</a:t>
            </a:r>
          </a:p>
        </p:txBody>
      </p:sp>
      <p:sp>
        <p:nvSpPr>
          <p:cNvPr id="52" name="">
            <a:extLst xmlns:a="http://schemas.openxmlformats.org/drawingml/2006/main">
              <a:ext uri="{FF2B5EF4-FFF2-40B4-BE49-F238E27FC236}">
                <a16:creationId xmlns:a16="http://schemas.microsoft.com/office/drawing/2014/main" id="{8D7A0A10-CDB9-44B7-85D4-EC6AEAF10C52}"/>
              </a:ext>
            </a:extLst>
          </p:cNvPr>
          <p:cNvSpPr>
            <a:spLocks xmlns:a="http://schemas.openxmlformats.org/drawingml/2006/main" noGrp="1"/>
          </p:cNvSpPr>
          <p:nvPr/>
        </p:nvSpPr>
        <p:spPr>
          <a:xfrm xmlns:a="http://schemas.openxmlformats.org/drawingml/2006/main">
            <a:off x="10534650" y="5276850"/>
            <a:ext cx="3810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Hand-off 통합과 Caching 재사용</a:t>
            </a:r>
          </a:p>
        </p:txBody>
      </p:sp>
      <p:sp>
        <p:nvSpPr>
          <p:cNvPr id="53" name="">
            <a:extLst xmlns:a="http://schemas.openxmlformats.org/drawingml/2006/main">
              <a:ext uri="{FF2B5EF4-FFF2-40B4-BE49-F238E27FC236}">
                <a16:creationId xmlns:a16="http://schemas.microsoft.com/office/drawing/2014/main" id="{EE5233FE-49FE-4AF5-94B3-AB5F762DD119}"/>
              </a:ext>
            </a:extLst>
          </p:cNvPr>
          <p:cNvSpPr>
            <a:spLocks xmlns:a="http://schemas.openxmlformats.org/drawingml/2006/main" noGrp="1"/>
          </p:cNvSpPr>
          <p:nvPr/>
        </p:nvSpPr>
        <p:spPr>
          <a:xfrm xmlns:a="http://schemas.openxmlformats.org/drawingml/2006/main">
            <a:off x="857250" y="619125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60748A"/>
                </a:solidFill>
                <a:latin typeface="Noto Sans CJK KR"/>
                <a:ea typeface="Noto Sans CJK KR"/>
                <a:cs typeface="Noto Sans CJK KR"/>
              </a:defRPr>
            </a:pPr>
            <a:r>
              <a:rPr sz="1575" b="1">
                <a:solidFill>
                  <a:srgbClr val="60748A"/>
                </a:solidFill>
                <a:latin typeface="Noto Sans CJK KR"/>
                <a:ea typeface="Noto Sans CJK KR"/>
                <a:cs typeface="Noto Sans CJK KR"/>
              </a:rPr>
              <a:t>Limited Context / Shallow Analysis</a:t>
            </a:r>
          </a:p>
        </p:txBody>
      </p:sp>
      <p:sp>
        <p:nvSpPr>
          <p:cNvPr id="54" name="">
            <a:extLst xmlns:a="http://schemas.openxmlformats.org/drawingml/2006/main">
              <a:ext uri="{FF2B5EF4-FFF2-40B4-BE49-F238E27FC236}">
                <a16:creationId xmlns:a16="http://schemas.microsoft.com/office/drawing/2014/main" id="{AD48E631-E1C1-42B6-A2A1-BFC9B9D7F9DD}"/>
              </a:ext>
            </a:extLst>
          </p:cNvPr>
          <p:cNvSpPr>
            <a:spLocks xmlns:a="http://schemas.openxmlformats.org/drawingml/2006/main" noGrp="1"/>
          </p:cNvSpPr>
          <p:nvPr/>
        </p:nvSpPr>
        <p:spPr>
          <a:xfrm xmlns:a="http://schemas.openxmlformats.org/drawingml/2006/main">
            <a:off x="5695950" y="6134100"/>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AD5C13"/>
                </a:solidFill>
                <a:latin typeface="Noto Sans CJK KR"/>
                <a:ea typeface="Noto Sans CJK KR"/>
                <a:cs typeface="Noto Sans CJK KR"/>
              </a:defRPr>
            </a:pPr>
            <a:r>
              <a:rPr sz="1500" b="1">
                <a:solidFill>
                  <a:srgbClr val="AD5C13"/>
                </a:solidFill>
                <a:latin typeface="Noto Sans CJK KR"/>
                <a:ea typeface="Noto Sans CJK KR"/>
                <a:cs typeface="Noto Sans CJK KR"/>
              </a:rPr>
              <a:t>High Latency / Repeated Execution</a:t>
            </a:r>
          </a:p>
        </p:txBody>
      </p:sp>
      <p:sp>
        <p:nvSpPr>
          <p:cNvPr id="55" name="">
            <a:extLst xmlns:a="http://schemas.openxmlformats.org/drawingml/2006/main">
              <a:ext uri="{FF2B5EF4-FFF2-40B4-BE49-F238E27FC236}">
                <a16:creationId xmlns:a16="http://schemas.microsoft.com/office/drawing/2014/main" id="{9CDC0DDE-1EDC-466B-9135-65D2E3F82221}"/>
              </a:ext>
            </a:extLst>
          </p:cNvPr>
          <p:cNvSpPr>
            <a:spLocks xmlns:a="http://schemas.openxmlformats.org/drawingml/2006/main" noGrp="1"/>
          </p:cNvSpPr>
          <p:nvPr/>
        </p:nvSpPr>
        <p:spPr>
          <a:xfrm xmlns:a="http://schemas.openxmlformats.org/drawingml/2006/main">
            <a:off x="5695950" y="6477000"/>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AD5C13"/>
                </a:solidFill>
                <a:latin typeface="Noto Sans CJK KR"/>
                <a:ea typeface="Noto Sans CJK KR"/>
                <a:cs typeface="Noto Sans CJK KR"/>
              </a:defRPr>
            </a:pPr>
            <a:r>
              <a:rPr sz="1500" b="1">
                <a:solidFill>
                  <a:srgbClr val="AD5C13"/>
                </a:solidFill>
                <a:latin typeface="Noto Sans CJK KR"/>
                <a:ea typeface="Noto Sans CJK KR"/>
                <a:cs typeface="Noto Sans CJK KR"/>
              </a:rPr>
              <a:t>당시 응답시간 약 30초</a:t>
            </a:r>
          </a:p>
        </p:txBody>
      </p:sp>
      <p:sp>
        <p:nvSpPr>
          <p:cNvPr id="56" name="">
            <a:extLst xmlns:a="http://schemas.openxmlformats.org/drawingml/2006/main">
              <a:ext uri="{FF2B5EF4-FFF2-40B4-BE49-F238E27FC236}">
                <a16:creationId xmlns:a16="http://schemas.microsoft.com/office/drawing/2014/main" id="{6FDD5979-1F48-4952-BC15-C266C5445E00}"/>
              </a:ext>
            </a:extLst>
          </p:cNvPr>
          <p:cNvSpPr>
            <a:spLocks xmlns:a="http://schemas.openxmlformats.org/drawingml/2006/main" noGrp="1"/>
          </p:cNvSpPr>
          <p:nvPr/>
        </p:nvSpPr>
        <p:spPr>
          <a:xfrm xmlns:a="http://schemas.openxmlformats.org/drawingml/2006/main">
            <a:off x="10534650" y="619125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769D2"/>
                </a:solidFill>
                <a:latin typeface="Noto Sans CJK KR"/>
                <a:ea typeface="Noto Sans CJK KR"/>
                <a:cs typeface="Noto Sans CJK KR"/>
              </a:defRPr>
            </a:pPr>
            <a:r>
              <a:rPr sz="1575" b="1">
                <a:solidFill>
                  <a:srgbClr val="1769D2"/>
                </a:solidFill>
                <a:latin typeface="Noto Sans CJK KR"/>
                <a:ea typeface="Noto Sans CJK KR"/>
                <a:cs typeface="Noto Sans CJK KR"/>
              </a:rPr>
              <a:t>Deep Analysis + Efficient Execution</a:t>
            </a:r>
          </a:p>
        </p:txBody>
      </p:sp>
      <p:sp>
        <p:nvSpPr>
          <p:cNvPr id="57" name="">
            <a:extLst xmlns:a="http://schemas.openxmlformats.org/drawingml/2006/main">
              <a:ext uri="{FF2B5EF4-FFF2-40B4-BE49-F238E27FC236}">
                <a16:creationId xmlns:a16="http://schemas.microsoft.com/office/drawing/2014/main" id="{83481A08-6736-4E87-874D-E7F91AB796F7}"/>
              </a:ext>
            </a:extLst>
          </p:cNvPr>
          <p:cNvSpPr>
            <a:spLocks xmlns:a="http://schemas.openxmlformats.org/drawingml/2006/main" noGrp="1"/>
          </p:cNvSpPr>
          <p:nvPr/>
        </p:nvSpPr>
        <p:spPr>
          <a:xfrm xmlns:a="http://schemas.openxmlformats.org/drawingml/2006/main">
            <a:off x="609600" y="7153275"/>
            <a:ext cx="14020800" cy="828675"/>
          </a:xfrm>
          <a:prstGeom xmlns:a="http://schemas.openxmlformats.org/drawingml/2006/main" prst="roundRect">
            <a:avLst>
              <a:gd name="adj" fmla="val 11494"/>
            </a:avLst>
          </a:prstGeom>
          <a:solidFill xmlns:a="http://schemas.openxmlformats.org/drawingml/2006/main">
            <a:srgbClr val="102D50"/>
          </a:solidFill>
          <a:ln xmlns:a="http://schemas.openxmlformats.org/drawingml/2006/main" w="12383">
            <a:solidFill>
              <a:srgbClr val="102D50"/>
            </a:solidFill>
          </a:ln>
        </p:spPr>
      </p:sp>
      <p:sp>
        <p:nvSpPr>
          <p:cNvPr id="58" name="">
            <a:extLst xmlns:a="http://schemas.openxmlformats.org/drawingml/2006/main">
              <a:ext uri="{FF2B5EF4-FFF2-40B4-BE49-F238E27FC236}">
                <a16:creationId xmlns:a16="http://schemas.microsoft.com/office/drawing/2014/main" id="{3C1EBCC2-CB9C-4A7F-931F-A80156EF43FF}"/>
              </a:ext>
            </a:extLst>
          </p:cNvPr>
          <p:cNvSpPr>
            <a:spLocks xmlns:a="http://schemas.openxmlformats.org/drawingml/2006/main" noGrp="1"/>
          </p:cNvSpPr>
          <p:nvPr/>
        </p:nvSpPr>
        <p:spPr>
          <a:xfrm xmlns:a="http://schemas.openxmlformats.org/drawingml/2006/main">
            <a:off x="857250" y="7296150"/>
            <a:ext cx="1352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FFFFFF"/>
                </a:solidFill>
                <a:latin typeface="Noto Sans CJK KR"/>
                <a:ea typeface="Noto Sans CJK KR"/>
                <a:cs typeface="Noto Sans CJK KR"/>
              </a:defRPr>
            </a:pPr>
            <a:r>
              <a:rPr sz="2175" b="1">
                <a:solidFill>
                  <a:srgbClr val="FFFFFF"/>
                </a:solidFill>
                <a:latin typeface="Noto Sans CJK KR"/>
                <a:ea typeface="Noto Sans CJK KR"/>
                <a:cs typeface="Noto Sans CJK KR"/>
              </a:rPr>
              <a:t>AI 성능의 핵심은 모델 자체뿐 아니라, 진단 근거를 어떻게 제공하고 실행하는가에 있다.</a:t>
            </a:r>
          </a:p>
        </p:txBody>
      </p:sp>
    </p:spTree>
    <p:extLst>
      <p:ext uri="{BB962C8B-B14F-4D97-AF65-F5344CB8AC3E}">
        <p14:creationId xmlns:p14="http://schemas.microsoft.com/office/powerpoint/2010/main" val="1132760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E70EAB5C-70D6-4375-AFBD-3C8BD30D56B7}"/>
              </a:ext>
            </a:extLst>
          </p:cNvPr>
          <p:cNvSpPr>
            <a:spLocks xmlns:a="http://schemas.openxmlformats.org/drawingml/2006/main" noGrp="1"/>
          </p:cNvSpPr>
          <p:nvPr/>
        </p:nvSpPr>
        <p:spPr>
          <a:xfrm xmlns:a="http://schemas.openxmlformats.org/drawingml/2006/main">
            <a:off x="609600" y="400050"/>
            <a:ext cx="76200" cy="523875"/>
          </a:xfrm>
          <a:prstGeom xmlns:a="http://schemas.openxmlformats.org/drawingml/2006/main" prst="rect">
            <a:avLst/>
          </a:prstGeom>
          <a:solidFill xmlns:a="http://schemas.openxmlformats.org/drawingml/2006/main">
            <a:srgbClr val="1769D2"/>
          </a:solidFill>
          <a:ln xmlns:a="http://schemas.openxmlformats.org/drawingml/2006/main" w="12383">
            <a:solidFill>
              <a:srgbClr val="1769D2"/>
            </a:solidFill>
          </a:ln>
        </p:spPr>
      </p:sp>
      <p:sp>
        <p:nvSpPr>
          <p:cNvPr id="2" name="">
            <a:extLst xmlns:a="http://schemas.openxmlformats.org/drawingml/2006/main">
              <a:ext uri="{FF2B5EF4-FFF2-40B4-BE49-F238E27FC236}">
                <a16:creationId xmlns:a16="http://schemas.microsoft.com/office/drawing/2014/main" id="{3159C499-FA9C-4740-B679-5296987C3219}"/>
              </a:ext>
            </a:extLst>
          </p:cNvPr>
          <p:cNvSpPr>
            <a:spLocks xmlns:a="http://schemas.openxmlformats.org/drawingml/2006/main" noGrp="1"/>
          </p:cNvSpPr>
          <p:nvPr/>
        </p:nvSpPr>
        <p:spPr>
          <a:xfrm xmlns:a="http://schemas.openxmlformats.org/drawingml/2006/main">
            <a:off x="876300" y="371475"/>
            <a:ext cx="1371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02D50"/>
                </a:solidFill>
                <a:latin typeface="Noto Sans CJK KR"/>
                <a:ea typeface="Noto Sans CJK KR"/>
                <a:cs typeface="Noto Sans CJK KR"/>
              </a:defRPr>
            </a:pPr>
            <a:r>
              <a:rPr sz="3225" b="1">
                <a:solidFill>
                  <a:srgbClr val="102D50"/>
                </a:solidFill>
                <a:latin typeface="Noto Sans CJK KR"/>
                <a:ea typeface="Noto Sans CJK KR"/>
                <a:cs typeface="Noto Sans CJK KR"/>
              </a:rPr>
              <a:t>전문 분석 Agent 협업 기반 설비 종합 진단</a:t>
            </a:r>
          </a:p>
        </p:txBody>
      </p:sp>
      <p:sp>
        <p:nvSpPr>
          <p:cNvPr id="3" name="">
            <a:extLst xmlns:a="http://schemas.openxmlformats.org/drawingml/2006/main">
              <a:ext uri="{FF2B5EF4-FFF2-40B4-BE49-F238E27FC236}">
                <a16:creationId xmlns:a16="http://schemas.microsoft.com/office/drawing/2014/main" id="{C9F1E268-2163-410F-9556-F5074A745457}"/>
              </a:ext>
            </a:extLst>
          </p:cNvPr>
          <p:cNvSpPr>
            <a:spLocks xmlns:a="http://schemas.openxmlformats.org/drawingml/2006/main" noGrp="1"/>
          </p:cNvSpPr>
          <p:nvPr/>
        </p:nvSpPr>
        <p:spPr>
          <a:xfrm xmlns:a="http://schemas.openxmlformats.org/drawingml/2006/main">
            <a:off x="609600" y="111442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60748A"/>
                </a:solidFill>
                <a:latin typeface="Noto Sans CJK KR"/>
                <a:ea typeface="Noto Sans CJK KR"/>
                <a:cs typeface="Noto Sans CJK KR"/>
              </a:defRPr>
            </a:pPr>
            <a:r>
              <a:rPr sz="1875" b="0">
                <a:solidFill>
                  <a:srgbClr val="60748A"/>
                </a:solidFill>
                <a:latin typeface="Noto Sans CJK KR"/>
                <a:ea typeface="Noto Sans CJK KR"/>
                <a:cs typeface="Noto Sans CJK KR"/>
              </a:rPr>
              <a:t>Trend, FFT, 과거 진단 이력을 전문 영역별로 분석하고 Main Agent에서 종합 해석</a:t>
            </a:r>
          </a:p>
        </p:txBody>
      </p:sp>
      <p:sp>
        <p:nvSpPr>
          <p:cNvPr id="4" name="">
            <a:extLst xmlns:a="http://schemas.openxmlformats.org/drawingml/2006/main">
              <a:ext uri="{FF2B5EF4-FFF2-40B4-BE49-F238E27FC236}">
                <a16:creationId xmlns:a16="http://schemas.microsoft.com/office/drawing/2014/main" id="{41E26A87-3E73-41A8-84E9-A7BEB437A9A4}"/>
              </a:ext>
            </a:extLst>
          </p:cNvPr>
          <p:cNvSpPr>
            <a:spLocks xmlns:a="http://schemas.openxmlformats.org/drawingml/2006/main" noGrp="1"/>
          </p:cNvSpPr>
          <p:nvPr/>
        </p:nvSpPr>
        <p:spPr>
          <a:xfrm xmlns:a="http://schemas.openxmlformats.org/drawingml/2006/main">
            <a:off x="609600" y="82391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0748A"/>
                </a:solidFill>
                <a:latin typeface="Noto Sans CJK KR"/>
                <a:ea typeface="Noto Sans CJK KR"/>
                <a:cs typeface="Noto Sans CJK KR"/>
              </a:defRPr>
            </a:pPr>
            <a:r>
              <a:rPr sz="1200" b="0">
                <a:solidFill>
                  <a:srgbClr val="60748A"/>
                </a:solidFill>
                <a:latin typeface="Noto Sans CJK KR"/>
                <a:ea typeface="Noto Sans CJK KR"/>
                <a:cs typeface="Noto Sans CJK KR"/>
              </a:rPr>
              <a:t>CMS AI AGENT</a:t>
            </a:r>
          </a:p>
        </p:txBody>
      </p:sp>
      <p:sp>
        <p:nvSpPr>
          <p:cNvPr id="5" name="">
            <a:extLst xmlns:a="http://schemas.openxmlformats.org/drawingml/2006/main">
              <a:ext uri="{FF2B5EF4-FFF2-40B4-BE49-F238E27FC236}">
                <a16:creationId xmlns:a16="http://schemas.microsoft.com/office/drawing/2014/main" id="{472C4A84-F4CE-42EE-9C02-488AE90A6F8C}"/>
              </a:ext>
            </a:extLst>
          </p:cNvPr>
          <p:cNvSpPr>
            <a:spLocks xmlns:a="http://schemas.openxmlformats.org/drawingml/2006/main" noGrp="1"/>
          </p:cNvSpPr>
          <p:nvPr/>
        </p:nvSpPr>
        <p:spPr>
          <a:xfrm xmlns:a="http://schemas.openxmlformats.org/drawingml/2006/main">
            <a:off x="14097000" y="8143875"/>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02</a:t>
            </a:r>
          </a:p>
        </p:txBody>
      </p:sp>
      <p:sp>
        <p:nvSpPr>
          <p:cNvPr id="6" name="">
            <a:extLst xmlns:a="http://schemas.openxmlformats.org/drawingml/2006/main">
              <a:ext uri="{FF2B5EF4-FFF2-40B4-BE49-F238E27FC236}">
                <a16:creationId xmlns:a16="http://schemas.microsoft.com/office/drawing/2014/main" id="{8A512CCB-72B7-4600-96C3-E5B2E4B9503B}"/>
              </a:ext>
            </a:extLst>
          </p:cNvPr>
          <p:cNvSpPr>
            <a:spLocks xmlns:a="http://schemas.openxmlformats.org/drawingml/2006/main" noGrp="1"/>
          </p:cNvSpPr>
          <p:nvPr/>
        </p:nvSpPr>
        <p:spPr>
          <a:xfrm xmlns:a="http://schemas.openxmlformats.org/drawingml/2006/main">
            <a:off x="3600450" y="1704975"/>
            <a:ext cx="8039100" cy="466725"/>
          </a:xfrm>
          <a:prstGeom xmlns:a="http://schemas.openxmlformats.org/drawingml/2006/main" prst="roundRect">
            <a:avLst>
              <a:gd name="adj" fmla="val 20408"/>
            </a:avLst>
          </a:prstGeom>
          <a:solidFill xmlns:a="http://schemas.openxmlformats.org/drawingml/2006/main">
            <a:srgbClr val="F4F7FA"/>
          </a:solidFill>
          <a:ln xmlns:a="http://schemas.openxmlformats.org/drawingml/2006/main" w="12383">
            <a:solidFill>
              <a:srgbClr val="CEDBE8"/>
            </a:solidFill>
          </a:ln>
        </p:spPr>
      </p:sp>
      <p:sp>
        <p:nvSpPr>
          <p:cNvPr id="7" name="">
            <a:extLst xmlns:a="http://schemas.openxmlformats.org/drawingml/2006/main">
              <a:ext uri="{FF2B5EF4-FFF2-40B4-BE49-F238E27FC236}">
                <a16:creationId xmlns:a16="http://schemas.microsoft.com/office/drawing/2014/main" id="{9104DA63-D0C7-46DF-8388-DCB76BE681E9}"/>
              </a:ext>
            </a:extLst>
          </p:cNvPr>
          <p:cNvSpPr>
            <a:spLocks xmlns:a="http://schemas.openxmlformats.org/drawingml/2006/main" noGrp="1"/>
          </p:cNvSpPr>
          <p:nvPr/>
        </p:nvSpPr>
        <p:spPr>
          <a:xfrm xmlns:a="http://schemas.openxmlformats.org/drawingml/2006/main">
            <a:off x="3695700" y="1762125"/>
            <a:ext cx="7848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02D50"/>
                </a:solidFill>
                <a:latin typeface="Noto Sans CJK KR"/>
                <a:ea typeface="Noto Sans CJK KR"/>
                <a:cs typeface="Noto Sans CJK KR"/>
              </a:defRPr>
            </a:pPr>
            <a:r>
              <a:rPr sz="1725" b="1">
                <a:solidFill>
                  <a:srgbClr val="102D50"/>
                </a:solidFill>
                <a:latin typeface="Noto Sans CJK KR"/>
                <a:ea typeface="Noto Sans CJK KR"/>
                <a:cs typeface="Noto Sans CJK KR"/>
              </a:rPr>
              <a:t>① User / CMS Dashboard   설비 선택 및 종합 진단 요청</a:t>
            </a:r>
          </a:p>
        </p:txBody>
      </p:sp>
      <p:sp>
        <p:nvSpPr>
          <p:cNvPr id="8" name="">
            <a:extLst xmlns:a="http://schemas.openxmlformats.org/drawingml/2006/main">
              <a:ext uri="{FF2B5EF4-FFF2-40B4-BE49-F238E27FC236}">
                <a16:creationId xmlns:a16="http://schemas.microsoft.com/office/drawing/2014/main" id="{BA2D5781-1A33-4B49-86B6-FA2CF9E603DA}"/>
              </a:ext>
            </a:extLst>
          </p:cNvPr>
          <p:cNvSpPr>
            <a:spLocks xmlns:a="http://schemas.openxmlformats.org/drawingml/2006/main" noGrp="1"/>
          </p:cNvSpPr>
          <p:nvPr/>
        </p:nvSpPr>
        <p:spPr>
          <a:xfrm xmlns:a="http://schemas.openxmlformats.org/drawingml/2006/main">
            <a:off x="3600450" y="2524125"/>
            <a:ext cx="8039100" cy="647700"/>
          </a:xfrm>
          <a:prstGeom xmlns:a="http://schemas.openxmlformats.org/drawingml/2006/main" prst="roundRect">
            <a:avLst>
              <a:gd name="adj" fmla="val 14706"/>
            </a:avLst>
          </a:prstGeom>
          <a:solidFill xmlns:a="http://schemas.openxmlformats.org/drawingml/2006/main">
            <a:srgbClr val="102D50"/>
          </a:solidFill>
          <a:ln xmlns:a="http://schemas.openxmlformats.org/drawingml/2006/main" w="12383">
            <a:solidFill>
              <a:srgbClr val="102D50"/>
            </a:solidFill>
          </a:ln>
        </p:spPr>
      </p:sp>
      <p:sp>
        <p:nvSpPr>
          <p:cNvPr id="9" name="">
            <a:extLst xmlns:a="http://schemas.openxmlformats.org/drawingml/2006/main">
              <a:ext uri="{FF2B5EF4-FFF2-40B4-BE49-F238E27FC236}">
                <a16:creationId xmlns:a16="http://schemas.microsoft.com/office/drawing/2014/main" id="{F03A0CEF-BC4F-4E76-8857-1456D45EC0EB}"/>
              </a:ext>
            </a:extLst>
          </p:cNvPr>
          <p:cNvSpPr>
            <a:spLocks xmlns:a="http://schemas.openxmlformats.org/drawingml/2006/main" noGrp="1"/>
          </p:cNvSpPr>
          <p:nvPr/>
        </p:nvSpPr>
        <p:spPr>
          <a:xfrm xmlns:a="http://schemas.openxmlformats.org/drawingml/2006/main">
            <a:off x="3790950" y="2581275"/>
            <a:ext cx="7658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FFFFFF"/>
                </a:solidFill>
                <a:latin typeface="Noto Sans CJK KR"/>
                <a:ea typeface="Noto Sans CJK KR"/>
                <a:cs typeface="Noto Sans CJK KR"/>
              </a:defRPr>
            </a:pPr>
            <a:r>
              <a:rPr sz="1950" b="1">
                <a:solidFill>
                  <a:srgbClr val="FFFFFF"/>
                </a:solidFill>
                <a:latin typeface="Noto Sans CJK KR"/>
                <a:ea typeface="Noto Sans CJK KR"/>
                <a:cs typeface="Noto Sans CJK KR"/>
              </a:rPr>
              <a:t>② Main Orchestrator Agent</a:t>
            </a:r>
          </a:p>
        </p:txBody>
      </p:sp>
      <p:sp>
        <p:nvSpPr>
          <p:cNvPr id="10" name="">
            <a:extLst xmlns:a="http://schemas.openxmlformats.org/drawingml/2006/main">
              <a:ext uri="{FF2B5EF4-FFF2-40B4-BE49-F238E27FC236}">
                <a16:creationId xmlns:a16="http://schemas.microsoft.com/office/drawing/2014/main" id="{19F220AE-3EBA-4AD9-8E38-A91CE0001515}"/>
              </a:ext>
            </a:extLst>
          </p:cNvPr>
          <p:cNvSpPr>
            <a:spLocks xmlns:a="http://schemas.openxmlformats.org/drawingml/2006/main" noGrp="1"/>
          </p:cNvSpPr>
          <p:nvPr/>
        </p:nvSpPr>
        <p:spPr>
          <a:xfrm xmlns:a="http://schemas.openxmlformats.org/drawingml/2006/main">
            <a:off x="3790950" y="2895600"/>
            <a:ext cx="7658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DCEAFE"/>
                </a:solidFill>
                <a:latin typeface="Noto Sans CJK KR"/>
                <a:ea typeface="Noto Sans CJK KR"/>
                <a:cs typeface="Noto Sans CJK KR"/>
              </a:defRPr>
            </a:pPr>
            <a:r>
              <a:rPr sz="1500" b="0">
                <a:solidFill>
                  <a:srgbClr val="DCEAFE"/>
                </a:solidFill>
                <a:latin typeface="Noto Sans CJK KR"/>
                <a:ea typeface="Noto Sans CJK KR"/>
                <a:cs typeface="Noto Sans CJK KR"/>
              </a:rPr>
              <a:t>분석 대상·맥락 파악 / 전문 Agent 작업 조정 / 최종 진단 생성</a:t>
            </a:r>
          </a:p>
        </p:txBody>
      </p:sp>
      <p:cxnSp>
        <p:nvCxnSpPr>
          <p:cNvPr id="66" name=""/>
          <p:cNvCxnSpPr>
            <a:stCxn xmlns:a="http://schemas.openxmlformats.org/drawingml/2006/main" id="6" idx="2"/>
            <a:endCxn xmlns:a="http://schemas.openxmlformats.org/drawingml/2006/main" id="8" idx="0"/>
          </p:cNvCxnSpPr>
          <p:nvPr/>
        </p:nvCxnSpPr>
        <p:spPr>
          <a:xfrm xmlns:a="http://schemas.openxmlformats.org/drawingml/2006/main">
            <a:off x="7620000" y="2171700"/>
            <a:ext cx="0" cy="352425"/>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8E44474A-2697-4FDD-96AE-88E8E163B67B}"/>
              </a:ext>
            </a:extLst>
          </p:cNvPr>
          <p:cNvSpPr>
            <a:spLocks xmlns:a="http://schemas.openxmlformats.org/drawingml/2006/main" noGrp="1"/>
          </p:cNvSpPr>
          <p:nvPr/>
        </p:nvSpPr>
        <p:spPr>
          <a:xfrm xmlns:a="http://schemas.openxmlformats.org/drawingml/2006/main">
            <a:off x="609600" y="32099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769D2"/>
                </a:solidFill>
                <a:latin typeface="Noto Sans CJK KR"/>
                <a:ea typeface="Noto Sans CJK KR"/>
                <a:cs typeface="Noto Sans CJK KR"/>
              </a:defRPr>
            </a:pPr>
            <a:r>
              <a:rPr sz="1650" b="1">
                <a:solidFill>
                  <a:srgbClr val="1769D2"/>
                </a:solidFill>
                <a:latin typeface="Noto Sans CJK KR"/>
                <a:ea typeface="Noto Sans CJK KR"/>
                <a:cs typeface="Noto Sans CJK KR"/>
              </a:rPr>
              <a:t>③ Specialized Agents</a:t>
            </a:r>
          </a:p>
        </p:txBody>
      </p:sp>
      <p:sp>
        <p:nvSpPr>
          <p:cNvPr id="13" name="">
            <a:extLst xmlns:a="http://schemas.openxmlformats.org/drawingml/2006/main">
              <a:ext uri="{FF2B5EF4-FFF2-40B4-BE49-F238E27FC236}">
                <a16:creationId xmlns:a16="http://schemas.microsoft.com/office/drawing/2014/main" id="{5AB68B9D-E448-45B2-98D4-8B50BE9433F4}"/>
              </a:ext>
            </a:extLst>
          </p:cNvPr>
          <p:cNvSpPr>
            <a:spLocks xmlns:a="http://schemas.openxmlformats.org/drawingml/2006/main" noGrp="1"/>
          </p:cNvSpPr>
          <p:nvPr/>
        </p:nvSpPr>
        <p:spPr>
          <a:xfrm xmlns:a="http://schemas.openxmlformats.org/drawingml/2006/main">
            <a:off x="11525250" y="3390900"/>
            <a:ext cx="310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1">
                <a:solidFill>
                  <a:srgbClr val="1769D2"/>
                </a:solidFill>
                <a:latin typeface="Noto Sans CJK KR"/>
                <a:ea typeface="Noto Sans CJK KR"/>
                <a:cs typeface="Noto Sans CJK KR"/>
              </a:defRPr>
            </a:pPr>
            <a:r>
              <a:rPr sz="1650" b="1">
                <a:solidFill>
                  <a:srgbClr val="1769D2"/>
                </a:solidFill>
                <a:latin typeface="Noto Sans CJK KR"/>
                <a:ea typeface="Noto Sans CJK KR"/>
                <a:cs typeface="Noto Sans CJK KR"/>
              </a:rPr>
              <a:t>독립 분석 병렬 실행</a:t>
            </a:r>
          </a:p>
        </p:txBody>
      </p:sp>
      <p:sp>
        <p:nvSpPr>
          <p:cNvPr id="14" name="">
            <a:extLst xmlns:a="http://schemas.openxmlformats.org/drawingml/2006/main">
              <a:ext uri="{FF2B5EF4-FFF2-40B4-BE49-F238E27FC236}">
                <a16:creationId xmlns:a16="http://schemas.microsoft.com/office/drawing/2014/main" id="{889290E5-2A80-4588-9EE3-91A594761079}"/>
              </a:ext>
            </a:extLst>
          </p:cNvPr>
          <p:cNvSpPr>
            <a:spLocks xmlns:a="http://schemas.openxmlformats.org/drawingml/2006/main" noGrp="1"/>
          </p:cNvSpPr>
          <p:nvPr/>
        </p:nvSpPr>
        <p:spPr>
          <a:xfrm xmlns:a="http://schemas.openxmlformats.org/drawingml/2006/main">
            <a:off x="609600" y="3829050"/>
            <a:ext cx="4343400" cy="1981200"/>
          </a:xfrm>
          <a:prstGeom xmlns:a="http://schemas.openxmlformats.org/drawingml/2006/main" prst="roundRect">
            <a:avLst>
              <a:gd name="adj" fmla="val 4808"/>
            </a:avLst>
          </a:prstGeom>
          <a:solidFill xmlns:a="http://schemas.openxmlformats.org/drawingml/2006/main">
            <a:srgbClr val="FFFFFF"/>
          </a:solidFill>
          <a:ln xmlns:a="http://schemas.openxmlformats.org/drawingml/2006/main" w="12383">
            <a:solidFill>
              <a:srgbClr val="92B8E6"/>
            </a:solidFill>
          </a:ln>
        </p:spPr>
      </p:sp>
      <p:sp>
        <p:nvSpPr>
          <p:cNvPr id="15" name="">
            <a:extLst xmlns:a="http://schemas.openxmlformats.org/drawingml/2006/main">
              <a:ext uri="{FF2B5EF4-FFF2-40B4-BE49-F238E27FC236}">
                <a16:creationId xmlns:a16="http://schemas.microsoft.com/office/drawing/2014/main" id="{940C0DC7-D0DE-4DCF-AC55-63006BE16FFF}"/>
              </a:ext>
            </a:extLst>
          </p:cNvPr>
          <p:cNvSpPr>
            <a:spLocks xmlns:a="http://schemas.openxmlformats.org/drawingml/2006/main" noGrp="1"/>
          </p:cNvSpPr>
          <p:nvPr/>
        </p:nvSpPr>
        <p:spPr>
          <a:xfrm xmlns:a="http://schemas.openxmlformats.org/drawingml/2006/main">
            <a:off x="5448300" y="3829050"/>
            <a:ext cx="4343400" cy="1981200"/>
          </a:xfrm>
          <a:prstGeom xmlns:a="http://schemas.openxmlformats.org/drawingml/2006/main" prst="roundRect">
            <a:avLst>
              <a:gd name="adj" fmla="val 4808"/>
            </a:avLst>
          </a:prstGeom>
          <a:solidFill xmlns:a="http://schemas.openxmlformats.org/drawingml/2006/main">
            <a:srgbClr val="FFFFFF"/>
          </a:solidFill>
          <a:ln xmlns:a="http://schemas.openxmlformats.org/drawingml/2006/main" w="12383">
            <a:solidFill>
              <a:srgbClr val="92B8E6"/>
            </a:solidFill>
          </a:ln>
        </p:spPr>
      </p:sp>
      <p:sp>
        <p:nvSpPr>
          <p:cNvPr id="16" name="">
            <a:extLst xmlns:a="http://schemas.openxmlformats.org/drawingml/2006/main">
              <a:ext uri="{FF2B5EF4-FFF2-40B4-BE49-F238E27FC236}">
                <a16:creationId xmlns:a16="http://schemas.microsoft.com/office/drawing/2014/main" id="{AE2B1919-D129-4F03-BD4D-9AAA17174C8D}"/>
              </a:ext>
            </a:extLst>
          </p:cNvPr>
          <p:cNvSpPr>
            <a:spLocks xmlns:a="http://schemas.openxmlformats.org/drawingml/2006/main" noGrp="1"/>
          </p:cNvSpPr>
          <p:nvPr/>
        </p:nvSpPr>
        <p:spPr>
          <a:xfrm xmlns:a="http://schemas.openxmlformats.org/drawingml/2006/main">
            <a:off x="10287000" y="3829050"/>
            <a:ext cx="4343400" cy="1981200"/>
          </a:xfrm>
          <a:prstGeom xmlns:a="http://schemas.openxmlformats.org/drawingml/2006/main" prst="roundRect">
            <a:avLst>
              <a:gd name="adj" fmla="val 4808"/>
            </a:avLst>
          </a:prstGeom>
          <a:solidFill xmlns:a="http://schemas.openxmlformats.org/drawingml/2006/main">
            <a:srgbClr val="FFFFFF"/>
          </a:solidFill>
          <a:ln xmlns:a="http://schemas.openxmlformats.org/drawingml/2006/main" w="12383">
            <a:solidFill>
              <a:srgbClr val="92B8E6"/>
            </a:solidFill>
          </a:ln>
        </p:spPr>
      </p:sp>
      <p:cxnSp>
        <p:nvCxnSpPr>
          <p:cNvPr id="72" name=""/>
          <p:cNvCxnSpPr>
            <a:stCxn xmlns:a="http://schemas.openxmlformats.org/drawingml/2006/main" id="8" idx="2"/>
            <a:endCxn xmlns:a="http://schemas.openxmlformats.org/drawingml/2006/main" id="14" idx="0"/>
          </p:cNvCxnSpPr>
          <p:nvPr/>
        </p:nvCxnSpPr>
        <p:spPr>
          <a:xfrm xmlns:a="http://schemas.openxmlformats.org/drawingml/2006/main" flipH="1">
            <a:off x="2781300" y="3171825"/>
            <a:ext cx="4838700" cy="657225"/>
          </a:xfrm>
          <a:prstGeom xmlns:a="http://schemas.openxmlformats.org/drawingml/2006/main" prst="bentConnector4">
            <a:avLst>
              <a:gd name="adj1" fmla="val 0"/>
              <a:gd name="adj2" fmla="val 50000"/>
            </a:avLst>
          </a:prstGeom>
          <a:ln xmlns:a="http://schemas.openxmlformats.org/drawingml/2006/main" w="22860">
            <a:solidFill>
              <a:srgbClr val="1769D2"/>
            </a:solidFill>
            <a:prstDash val="solid"/>
            <a:tailEnd type="triangle" w="med" len="med"/>
          </a:ln>
        </p:spPr>
      </p:cxnSp>
      <p:cxnSp>
        <p:nvCxnSpPr>
          <p:cNvPr id="73" name=""/>
          <p:cNvCxnSpPr>
            <a:stCxn xmlns:a="http://schemas.openxmlformats.org/drawingml/2006/main" id="8" idx="2"/>
            <a:endCxn xmlns:a="http://schemas.openxmlformats.org/drawingml/2006/main" id="15" idx="0"/>
          </p:cNvCxnSpPr>
          <p:nvPr/>
        </p:nvCxnSpPr>
        <p:spPr>
          <a:xfrm xmlns:a="http://schemas.openxmlformats.org/drawingml/2006/main">
            <a:off x="7620000" y="3171825"/>
            <a:ext cx="0" cy="657225"/>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74" name=""/>
          <p:cNvCxnSpPr>
            <a:stCxn xmlns:a="http://schemas.openxmlformats.org/drawingml/2006/main" id="8" idx="2"/>
            <a:endCxn xmlns:a="http://schemas.openxmlformats.org/drawingml/2006/main" id="16" idx="0"/>
          </p:cNvCxnSpPr>
          <p:nvPr/>
        </p:nvCxnSpPr>
        <p:spPr>
          <a:xfrm xmlns:a="http://schemas.openxmlformats.org/drawingml/2006/main">
            <a:off x="7620000" y="3171825"/>
            <a:ext cx="4838700" cy="657225"/>
          </a:xfrm>
          <a:prstGeom xmlns:a="http://schemas.openxmlformats.org/drawingml/2006/main" prst="bentConnector4">
            <a:avLst>
              <a:gd name="adj1" fmla="val 0"/>
              <a:gd name="adj2" fmla="val 50000"/>
            </a:avLst>
          </a:prstGeom>
          <a:ln xmlns:a="http://schemas.openxmlformats.org/drawingml/2006/main" w="22860">
            <a:solidFill>
              <a:srgbClr val="1769D2"/>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F7934B3C-10B4-4622-BE7A-CD56D9F97CA7}"/>
              </a:ext>
            </a:extLst>
          </p:cNvPr>
          <p:cNvSpPr>
            <a:spLocks xmlns:a="http://schemas.openxmlformats.org/drawingml/2006/main" noGrp="1"/>
          </p:cNvSpPr>
          <p:nvPr/>
        </p:nvSpPr>
        <p:spPr>
          <a:xfrm xmlns:a="http://schemas.openxmlformats.org/drawingml/2006/main" flipV="0">
            <a:off x="857250" y="4362450"/>
            <a:ext cx="457200" cy="0"/>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21" name="">
            <a:extLst xmlns:a="http://schemas.openxmlformats.org/drawingml/2006/main">
              <a:ext uri="{FF2B5EF4-FFF2-40B4-BE49-F238E27FC236}">
                <a16:creationId xmlns:a16="http://schemas.microsoft.com/office/drawing/2014/main" id="{6EB4B112-CADC-4EF0-92C6-047BE781C64D}"/>
              </a:ext>
            </a:extLst>
          </p:cNvPr>
          <p:cNvSpPr>
            <a:spLocks xmlns:a="http://schemas.openxmlformats.org/drawingml/2006/main" noGrp="1"/>
          </p:cNvSpPr>
          <p:nvPr/>
        </p:nvSpPr>
        <p:spPr>
          <a:xfrm xmlns:a="http://schemas.openxmlformats.org/drawingml/2006/main" flipV="1">
            <a:off x="857250" y="4038600"/>
            <a:ext cx="0" cy="323850"/>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22" name="">
            <a:extLst xmlns:a="http://schemas.openxmlformats.org/drawingml/2006/main">
              <a:ext uri="{FF2B5EF4-FFF2-40B4-BE49-F238E27FC236}">
                <a16:creationId xmlns:a16="http://schemas.microsoft.com/office/drawing/2014/main" id="{E2C4E350-E8B3-48D8-8E22-D9DE3CE73AF7}"/>
              </a:ext>
            </a:extLst>
          </p:cNvPr>
          <p:cNvSpPr>
            <a:spLocks xmlns:a="http://schemas.openxmlformats.org/drawingml/2006/main" noGrp="1"/>
          </p:cNvSpPr>
          <p:nvPr/>
        </p:nvSpPr>
        <p:spPr>
          <a:xfrm xmlns:a="http://schemas.openxmlformats.org/drawingml/2006/main" flipV="1">
            <a:off x="904875" y="4229100"/>
            <a:ext cx="133350" cy="66675"/>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23" name="">
            <a:extLst xmlns:a="http://schemas.openxmlformats.org/drawingml/2006/main">
              <a:ext uri="{FF2B5EF4-FFF2-40B4-BE49-F238E27FC236}">
                <a16:creationId xmlns:a16="http://schemas.microsoft.com/office/drawing/2014/main" id="{5465CC5D-31F9-4444-A66B-BA75CF5ECE07}"/>
              </a:ext>
            </a:extLst>
          </p:cNvPr>
          <p:cNvSpPr>
            <a:spLocks xmlns:a="http://schemas.openxmlformats.org/drawingml/2006/main" noGrp="1"/>
          </p:cNvSpPr>
          <p:nvPr/>
        </p:nvSpPr>
        <p:spPr>
          <a:xfrm xmlns:a="http://schemas.openxmlformats.org/drawingml/2006/main" flipV="0">
            <a:off x="1038225" y="4229100"/>
            <a:ext cx="114300" cy="38100"/>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24" name="">
            <a:extLst xmlns:a="http://schemas.openxmlformats.org/drawingml/2006/main">
              <a:ext uri="{FF2B5EF4-FFF2-40B4-BE49-F238E27FC236}">
                <a16:creationId xmlns:a16="http://schemas.microsoft.com/office/drawing/2014/main" id="{26888BDB-FBEE-4EEE-8F07-0ACB6ED21232}"/>
              </a:ext>
            </a:extLst>
          </p:cNvPr>
          <p:cNvSpPr>
            <a:spLocks xmlns:a="http://schemas.openxmlformats.org/drawingml/2006/main" noGrp="1"/>
          </p:cNvSpPr>
          <p:nvPr/>
        </p:nvSpPr>
        <p:spPr>
          <a:xfrm xmlns:a="http://schemas.openxmlformats.org/drawingml/2006/main" flipV="1">
            <a:off x="1152525" y="4076700"/>
            <a:ext cx="142875" cy="190500"/>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25" name="">
            <a:extLst xmlns:a="http://schemas.openxmlformats.org/drawingml/2006/main">
              <a:ext uri="{FF2B5EF4-FFF2-40B4-BE49-F238E27FC236}">
                <a16:creationId xmlns:a16="http://schemas.microsoft.com/office/drawing/2014/main" id="{160A7035-C8C7-4ECC-858F-1C0FD2B3CA8D}"/>
              </a:ext>
            </a:extLst>
          </p:cNvPr>
          <p:cNvSpPr>
            <a:spLocks xmlns:a="http://schemas.openxmlformats.org/drawingml/2006/main" noGrp="1"/>
          </p:cNvSpPr>
          <p:nvPr/>
        </p:nvSpPr>
        <p:spPr>
          <a:xfrm xmlns:a="http://schemas.openxmlformats.org/drawingml/2006/main">
            <a:off x="1524000" y="4010025"/>
            <a:ext cx="3181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02D50"/>
                </a:solidFill>
                <a:latin typeface="Noto Sans CJK KR"/>
                <a:ea typeface="Noto Sans CJK KR"/>
                <a:cs typeface="Noto Sans CJK KR"/>
              </a:defRPr>
            </a:pPr>
            <a:r>
              <a:rPr sz="2175" b="1">
                <a:solidFill>
                  <a:srgbClr val="102D50"/>
                </a:solidFill>
                <a:latin typeface="Noto Sans CJK KR"/>
                <a:ea typeface="Noto Sans CJK KR"/>
                <a:cs typeface="Noto Sans CJK KR"/>
              </a:rPr>
              <a:t>Trend Agent</a:t>
            </a:r>
          </a:p>
        </p:txBody>
      </p:sp>
      <p:sp>
        <p:nvSpPr>
          <p:cNvPr id="26" name="">
            <a:extLst xmlns:a="http://schemas.openxmlformats.org/drawingml/2006/main">
              <a:ext uri="{FF2B5EF4-FFF2-40B4-BE49-F238E27FC236}">
                <a16:creationId xmlns:a16="http://schemas.microsoft.com/office/drawing/2014/main" id="{160985AB-4708-4CB3-8664-DCC140BBD67B}"/>
              </a:ext>
            </a:extLst>
          </p:cNvPr>
          <p:cNvSpPr>
            <a:spLocks xmlns:a="http://schemas.openxmlformats.org/drawingml/2006/main" noGrp="1"/>
          </p:cNvSpPr>
          <p:nvPr/>
        </p:nvSpPr>
        <p:spPr>
          <a:xfrm xmlns:a="http://schemas.openxmlformats.org/drawingml/2006/main" flipV="0">
            <a:off x="5695950" y="4362450"/>
            <a:ext cx="457200" cy="0"/>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27" name="">
            <a:extLst xmlns:a="http://schemas.openxmlformats.org/drawingml/2006/main">
              <a:ext uri="{FF2B5EF4-FFF2-40B4-BE49-F238E27FC236}">
                <a16:creationId xmlns:a16="http://schemas.microsoft.com/office/drawing/2014/main" id="{3D73722F-34F2-45C2-ABFF-C5A8F55346CD}"/>
              </a:ext>
            </a:extLst>
          </p:cNvPr>
          <p:cNvSpPr>
            <a:spLocks xmlns:a="http://schemas.openxmlformats.org/drawingml/2006/main" noGrp="1"/>
          </p:cNvSpPr>
          <p:nvPr/>
        </p:nvSpPr>
        <p:spPr>
          <a:xfrm xmlns:a="http://schemas.openxmlformats.org/drawingml/2006/main" flipV="1">
            <a:off x="5772150" y="4257675"/>
            <a:ext cx="0" cy="104775"/>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28" name="">
            <a:extLst xmlns:a="http://schemas.openxmlformats.org/drawingml/2006/main">
              <a:ext uri="{FF2B5EF4-FFF2-40B4-BE49-F238E27FC236}">
                <a16:creationId xmlns:a16="http://schemas.microsoft.com/office/drawing/2014/main" id="{8FC9F607-0EED-4C08-946B-5A95667C0AE9}"/>
              </a:ext>
            </a:extLst>
          </p:cNvPr>
          <p:cNvSpPr>
            <a:spLocks xmlns:a="http://schemas.openxmlformats.org/drawingml/2006/main" noGrp="1"/>
          </p:cNvSpPr>
          <p:nvPr/>
        </p:nvSpPr>
        <p:spPr>
          <a:xfrm xmlns:a="http://schemas.openxmlformats.org/drawingml/2006/main" flipV="1">
            <a:off x="5886450" y="4057650"/>
            <a:ext cx="0" cy="304800"/>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29" name="">
            <a:extLst xmlns:a="http://schemas.openxmlformats.org/drawingml/2006/main">
              <a:ext uri="{FF2B5EF4-FFF2-40B4-BE49-F238E27FC236}">
                <a16:creationId xmlns:a16="http://schemas.microsoft.com/office/drawing/2014/main" id="{CD361DC2-A221-4757-B8A7-3454A549F55D}"/>
              </a:ext>
            </a:extLst>
          </p:cNvPr>
          <p:cNvSpPr>
            <a:spLocks xmlns:a="http://schemas.openxmlformats.org/drawingml/2006/main" noGrp="1"/>
          </p:cNvSpPr>
          <p:nvPr/>
        </p:nvSpPr>
        <p:spPr>
          <a:xfrm xmlns:a="http://schemas.openxmlformats.org/drawingml/2006/main" flipV="1">
            <a:off x="6010275" y="4181475"/>
            <a:ext cx="0" cy="180975"/>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30" name="">
            <a:extLst xmlns:a="http://schemas.openxmlformats.org/drawingml/2006/main">
              <a:ext uri="{FF2B5EF4-FFF2-40B4-BE49-F238E27FC236}">
                <a16:creationId xmlns:a16="http://schemas.microsoft.com/office/drawing/2014/main" id="{326792B1-B304-4639-B4F8-6DBDBF201874}"/>
              </a:ext>
            </a:extLst>
          </p:cNvPr>
          <p:cNvSpPr>
            <a:spLocks xmlns:a="http://schemas.openxmlformats.org/drawingml/2006/main" noGrp="1"/>
          </p:cNvSpPr>
          <p:nvPr/>
        </p:nvSpPr>
        <p:spPr>
          <a:xfrm xmlns:a="http://schemas.openxmlformats.org/drawingml/2006/main" flipV="1">
            <a:off x="6105525" y="4286250"/>
            <a:ext cx="0" cy="76200"/>
          </a:xfrm>
          <a:prstGeom xmlns:a="http://schemas.openxmlformats.org/drawingml/2006/main" prst="line">
            <a:avLst/>
          </a:prstGeom>
          <a:noFill xmlns:a="http://schemas.openxmlformats.org/drawingml/2006/main"/>
          <a:ln xmlns:a="http://schemas.openxmlformats.org/drawingml/2006/main" w="28575">
            <a:solidFill>
              <a:srgbClr val="1769D2"/>
            </a:solidFill>
          </a:ln>
        </p:spPr>
      </p:sp>
      <p:sp>
        <p:nvSpPr>
          <p:cNvPr id="31" name="">
            <a:extLst xmlns:a="http://schemas.openxmlformats.org/drawingml/2006/main">
              <a:ext uri="{FF2B5EF4-FFF2-40B4-BE49-F238E27FC236}">
                <a16:creationId xmlns:a16="http://schemas.microsoft.com/office/drawing/2014/main" id="{78C92E69-21BB-4701-8734-681C13FAC3A0}"/>
              </a:ext>
            </a:extLst>
          </p:cNvPr>
          <p:cNvSpPr>
            <a:spLocks xmlns:a="http://schemas.openxmlformats.org/drawingml/2006/main" noGrp="1"/>
          </p:cNvSpPr>
          <p:nvPr/>
        </p:nvSpPr>
        <p:spPr>
          <a:xfrm xmlns:a="http://schemas.openxmlformats.org/drawingml/2006/main">
            <a:off x="6362700" y="4010025"/>
            <a:ext cx="3181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02D50"/>
                </a:solidFill>
                <a:latin typeface="Noto Sans CJK KR"/>
                <a:ea typeface="Noto Sans CJK KR"/>
                <a:cs typeface="Noto Sans CJK KR"/>
              </a:defRPr>
            </a:pPr>
            <a:r>
              <a:rPr sz="2175" b="1">
                <a:solidFill>
                  <a:srgbClr val="102D50"/>
                </a:solidFill>
                <a:latin typeface="Noto Sans CJK KR"/>
                <a:ea typeface="Noto Sans CJK KR"/>
                <a:cs typeface="Noto Sans CJK KR"/>
              </a:rPr>
              <a:t>FFT Agent</a:t>
            </a:r>
          </a:p>
        </p:txBody>
      </p:sp>
      <p:sp>
        <p:nvSpPr>
          <p:cNvPr id="32" name="">
            <a:extLst xmlns:a="http://schemas.openxmlformats.org/drawingml/2006/main">
              <a:ext uri="{FF2B5EF4-FFF2-40B4-BE49-F238E27FC236}">
                <a16:creationId xmlns:a16="http://schemas.microsoft.com/office/drawing/2014/main" id="{3EDAB107-C36C-40E2-BF47-8269EE2AF16A}"/>
              </a:ext>
            </a:extLst>
          </p:cNvPr>
          <p:cNvSpPr>
            <a:spLocks xmlns:a="http://schemas.openxmlformats.org/drawingml/2006/main" noGrp="1"/>
          </p:cNvSpPr>
          <p:nvPr/>
        </p:nvSpPr>
        <p:spPr>
          <a:xfrm xmlns:a="http://schemas.openxmlformats.org/drawingml/2006/main">
            <a:off x="10563225" y="4038600"/>
            <a:ext cx="409575" cy="361950"/>
          </a:xfrm>
          <a:prstGeom xmlns:a="http://schemas.openxmlformats.org/drawingml/2006/main" prst="can">
            <a:avLst/>
          </a:prstGeom>
          <a:solidFill xmlns:a="http://schemas.openxmlformats.org/drawingml/2006/main">
            <a:srgbClr val="EDF5FF"/>
          </a:solidFill>
          <a:ln xmlns:a="http://schemas.openxmlformats.org/drawingml/2006/main" w="19050">
            <a:solidFill>
              <a:srgbClr val="1769D2"/>
            </a:solidFill>
          </a:ln>
        </p:spPr>
      </p:sp>
      <p:sp>
        <p:nvSpPr>
          <p:cNvPr id="33" name="">
            <a:extLst xmlns:a="http://schemas.openxmlformats.org/drawingml/2006/main">
              <a:ext uri="{FF2B5EF4-FFF2-40B4-BE49-F238E27FC236}">
                <a16:creationId xmlns:a16="http://schemas.microsoft.com/office/drawing/2014/main" id="{1FBBC1AC-8629-4D1D-8F19-99EA1923C4D1}"/>
              </a:ext>
            </a:extLst>
          </p:cNvPr>
          <p:cNvSpPr>
            <a:spLocks xmlns:a="http://schemas.openxmlformats.org/drawingml/2006/main" noGrp="1"/>
          </p:cNvSpPr>
          <p:nvPr/>
        </p:nvSpPr>
        <p:spPr>
          <a:xfrm xmlns:a="http://schemas.openxmlformats.org/drawingml/2006/main">
            <a:off x="11201400" y="4010025"/>
            <a:ext cx="3181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02D50"/>
                </a:solidFill>
                <a:latin typeface="Noto Sans CJK KR"/>
                <a:ea typeface="Noto Sans CJK KR"/>
                <a:cs typeface="Noto Sans CJK KR"/>
              </a:defRPr>
            </a:pPr>
            <a:r>
              <a:rPr sz="2175" b="1">
                <a:solidFill>
                  <a:srgbClr val="102D50"/>
                </a:solidFill>
                <a:latin typeface="Noto Sans CJK KR"/>
                <a:ea typeface="Noto Sans CJK KR"/>
                <a:cs typeface="Noto Sans CJK KR"/>
              </a:rPr>
              <a:t>History Agent</a:t>
            </a:r>
          </a:p>
        </p:txBody>
      </p:sp>
      <p:sp>
        <p:nvSpPr>
          <p:cNvPr id="34" name="">
            <a:extLst xmlns:a="http://schemas.openxmlformats.org/drawingml/2006/main">
              <a:ext uri="{FF2B5EF4-FFF2-40B4-BE49-F238E27FC236}">
                <a16:creationId xmlns:a16="http://schemas.microsoft.com/office/drawing/2014/main" id="{9827F3A8-CF21-42FA-BCF1-4ED58265C630}"/>
              </a:ext>
            </a:extLst>
          </p:cNvPr>
          <p:cNvSpPr>
            <a:spLocks xmlns:a="http://schemas.openxmlformats.org/drawingml/2006/main" noGrp="1"/>
          </p:cNvSpPr>
          <p:nvPr/>
        </p:nvSpPr>
        <p:spPr>
          <a:xfrm xmlns:a="http://schemas.openxmlformats.org/drawingml/2006/main">
            <a:off x="857250" y="4552950"/>
            <a:ext cx="3867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속도 상승 경향 / 이동평균·회귀 기울기</a:t>
            </a:r>
          </a:p>
        </p:txBody>
      </p:sp>
      <p:sp>
        <p:nvSpPr>
          <p:cNvPr id="35" name="">
            <a:extLst xmlns:a="http://schemas.openxmlformats.org/drawingml/2006/main">
              <a:ext uri="{FF2B5EF4-FFF2-40B4-BE49-F238E27FC236}">
                <a16:creationId xmlns:a16="http://schemas.microsoft.com/office/drawing/2014/main" id="{AAF3BDC4-8133-4558-863A-74E44892C675}"/>
              </a:ext>
            </a:extLst>
          </p:cNvPr>
          <p:cNvSpPr>
            <a:spLocks xmlns:a="http://schemas.openxmlformats.org/drawingml/2006/main" noGrp="1"/>
          </p:cNvSpPr>
          <p:nvPr/>
        </p:nvSpPr>
        <p:spPr>
          <a:xfrm xmlns:a="http://schemas.openxmlformats.org/drawingml/2006/main">
            <a:off x="857250" y="4876800"/>
            <a:ext cx="3867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Level 적정성 / 기간별 변화 비교</a:t>
            </a:r>
          </a:p>
        </p:txBody>
      </p:sp>
      <p:sp>
        <p:nvSpPr>
          <p:cNvPr id="36" name="">
            <a:extLst xmlns:a="http://schemas.openxmlformats.org/drawingml/2006/main">
              <a:ext uri="{FF2B5EF4-FFF2-40B4-BE49-F238E27FC236}">
                <a16:creationId xmlns:a16="http://schemas.microsoft.com/office/drawing/2014/main" id="{3B12889A-8A38-444C-9B71-E685F6D718E3}"/>
              </a:ext>
            </a:extLst>
          </p:cNvPr>
          <p:cNvSpPr>
            <a:spLocks xmlns:a="http://schemas.openxmlformats.org/drawingml/2006/main" noGrp="1"/>
          </p:cNvSpPr>
          <p:nvPr/>
        </p:nvSpPr>
        <p:spPr>
          <a:xfrm xmlns:a="http://schemas.openxmlformats.org/drawingml/2006/main">
            <a:off x="5695950" y="4552950"/>
            <a:ext cx="3867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속도·가속도 FFT / 1X·2X·3X</a:t>
            </a:r>
          </a:p>
        </p:txBody>
      </p:sp>
      <p:sp>
        <p:nvSpPr>
          <p:cNvPr id="37" name="">
            <a:extLst xmlns:a="http://schemas.openxmlformats.org/drawingml/2006/main">
              <a:ext uri="{FF2B5EF4-FFF2-40B4-BE49-F238E27FC236}">
                <a16:creationId xmlns:a16="http://schemas.microsoft.com/office/drawing/2014/main" id="{9A5465DA-4166-4A08-8BFD-81156D1724FD}"/>
              </a:ext>
            </a:extLst>
          </p:cNvPr>
          <p:cNvSpPr>
            <a:spLocks xmlns:a="http://schemas.openxmlformats.org/drawingml/2006/main" noGrp="1"/>
          </p:cNvSpPr>
          <p:nvPr/>
        </p:nvSpPr>
        <p:spPr>
          <a:xfrm xmlns:a="http://schemas.openxmlformats.org/drawingml/2006/main">
            <a:off x="5695950" y="4876800"/>
            <a:ext cx="3867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BPFO·BPFI·BSF·FTF / 원인 후보</a:t>
            </a:r>
          </a:p>
        </p:txBody>
      </p:sp>
      <p:sp>
        <p:nvSpPr>
          <p:cNvPr id="38" name="">
            <a:extLst xmlns:a="http://schemas.openxmlformats.org/drawingml/2006/main">
              <a:ext uri="{FF2B5EF4-FFF2-40B4-BE49-F238E27FC236}">
                <a16:creationId xmlns:a16="http://schemas.microsoft.com/office/drawing/2014/main" id="{A23723DF-8336-4759-8FC1-E595C4CB9B6F}"/>
              </a:ext>
            </a:extLst>
          </p:cNvPr>
          <p:cNvSpPr>
            <a:spLocks xmlns:a="http://schemas.openxmlformats.org/drawingml/2006/main" noGrp="1"/>
          </p:cNvSpPr>
          <p:nvPr/>
        </p:nvSpPr>
        <p:spPr>
          <a:xfrm xmlns:a="http://schemas.openxmlformats.org/drawingml/2006/main">
            <a:off x="10534650" y="4552950"/>
            <a:ext cx="3867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동일 설비·동일 결함 사례 조회</a:t>
            </a:r>
          </a:p>
        </p:txBody>
      </p:sp>
      <p:sp>
        <p:nvSpPr>
          <p:cNvPr id="39" name="">
            <a:extLst xmlns:a="http://schemas.openxmlformats.org/drawingml/2006/main">
              <a:ext uri="{FF2B5EF4-FFF2-40B4-BE49-F238E27FC236}">
                <a16:creationId xmlns:a16="http://schemas.microsoft.com/office/drawing/2014/main" id="{CE297EF2-5DD2-4035-B3E2-41447029D6AF}"/>
              </a:ext>
            </a:extLst>
          </p:cNvPr>
          <p:cNvSpPr>
            <a:spLocks xmlns:a="http://schemas.openxmlformats.org/drawingml/2006/main" noGrp="1"/>
          </p:cNvSpPr>
          <p:nvPr/>
        </p:nvSpPr>
        <p:spPr>
          <a:xfrm xmlns:a="http://schemas.openxmlformats.org/drawingml/2006/main">
            <a:off x="10534650" y="4876800"/>
            <a:ext cx="3867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과거 결과·조치 비교 / 활용 근거 정리</a:t>
            </a:r>
          </a:p>
        </p:txBody>
      </p:sp>
      <p:sp>
        <p:nvSpPr>
          <p:cNvPr id="40" name="">
            <a:extLst xmlns:a="http://schemas.openxmlformats.org/drawingml/2006/main">
              <a:ext uri="{FF2B5EF4-FFF2-40B4-BE49-F238E27FC236}">
                <a16:creationId xmlns:a16="http://schemas.microsoft.com/office/drawing/2014/main" id="{C31D4626-D87F-4532-A63E-3834619875D6}"/>
              </a:ext>
            </a:extLst>
          </p:cNvPr>
          <p:cNvSpPr>
            <a:spLocks xmlns:a="http://schemas.openxmlformats.org/drawingml/2006/main" noGrp="1"/>
          </p:cNvSpPr>
          <p:nvPr/>
        </p:nvSpPr>
        <p:spPr>
          <a:xfrm xmlns:a="http://schemas.openxmlformats.org/drawingml/2006/main">
            <a:off x="857250" y="5353050"/>
            <a:ext cx="3848100" cy="295275"/>
          </a:xfrm>
          <a:prstGeom xmlns:a="http://schemas.openxmlformats.org/drawingml/2006/main" prst="roundRect">
            <a:avLst>
              <a:gd name="adj" fmla="val 32258"/>
            </a:avLst>
          </a:prstGeom>
          <a:solidFill xmlns:a="http://schemas.openxmlformats.org/drawingml/2006/main">
            <a:srgbClr val="EDF5FF"/>
          </a:solidFill>
          <a:ln xmlns:a="http://schemas.openxmlformats.org/drawingml/2006/main" w="12383">
            <a:solidFill>
              <a:srgbClr val="CEDBE8"/>
            </a:solidFill>
          </a:ln>
        </p:spPr>
      </p:sp>
      <p:sp>
        <p:nvSpPr>
          <p:cNvPr id="41" name="">
            <a:extLst xmlns:a="http://schemas.openxmlformats.org/drawingml/2006/main">
              <a:ext uri="{FF2B5EF4-FFF2-40B4-BE49-F238E27FC236}">
                <a16:creationId xmlns:a16="http://schemas.microsoft.com/office/drawing/2014/main" id="{A2C29CBC-1068-4912-A492-81CB93F73F6E}"/>
              </a:ext>
            </a:extLst>
          </p:cNvPr>
          <p:cNvSpPr>
            <a:spLocks xmlns:a="http://schemas.openxmlformats.org/drawingml/2006/main" noGrp="1"/>
          </p:cNvSpPr>
          <p:nvPr/>
        </p:nvSpPr>
        <p:spPr>
          <a:xfrm xmlns:a="http://schemas.openxmlformats.org/drawingml/2006/main">
            <a:off x="952500" y="5410200"/>
            <a:ext cx="36576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02D50"/>
                </a:solidFill>
                <a:latin typeface="Noto Sans CJK KR"/>
                <a:ea typeface="Noto Sans CJK KR"/>
                <a:cs typeface="Noto Sans CJK KR"/>
              </a:defRPr>
            </a:pPr>
            <a:r>
              <a:rPr sz="1350" b="1">
                <a:solidFill>
                  <a:srgbClr val="102D50"/>
                </a:solidFill>
                <a:latin typeface="Noto Sans CJK KR"/>
                <a:ea typeface="Noto Sans CJK KR"/>
                <a:cs typeface="Noto Sans CJK KR"/>
              </a:rPr>
              <a:t>Rule-based Analysis Engine + Tools</a:t>
            </a:r>
          </a:p>
        </p:txBody>
      </p:sp>
      <p:sp>
        <p:nvSpPr>
          <p:cNvPr id="42" name="">
            <a:extLst xmlns:a="http://schemas.openxmlformats.org/drawingml/2006/main">
              <a:ext uri="{FF2B5EF4-FFF2-40B4-BE49-F238E27FC236}">
                <a16:creationId xmlns:a16="http://schemas.microsoft.com/office/drawing/2014/main" id="{9AF8D30A-A766-4782-B6D3-D01CCD581545}"/>
              </a:ext>
            </a:extLst>
          </p:cNvPr>
          <p:cNvSpPr>
            <a:spLocks xmlns:a="http://schemas.openxmlformats.org/drawingml/2006/main" noGrp="1"/>
          </p:cNvSpPr>
          <p:nvPr/>
        </p:nvSpPr>
        <p:spPr>
          <a:xfrm xmlns:a="http://schemas.openxmlformats.org/drawingml/2006/main">
            <a:off x="5695950" y="5353050"/>
            <a:ext cx="3848100" cy="295275"/>
          </a:xfrm>
          <a:prstGeom xmlns:a="http://schemas.openxmlformats.org/drawingml/2006/main" prst="roundRect">
            <a:avLst>
              <a:gd name="adj" fmla="val 32258"/>
            </a:avLst>
          </a:prstGeom>
          <a:solidFill xmlns:a="http://schemas.openxmlformats.org/drawingml/2006/main">
            <a:srgbClr val="EDF5FF"/>
          </a:solidFill>
          <a:ln xmlns:a="http://schemas.openxmlformats.org/drawingml/2006/main" w="12383">
            <a:solidFill>
              <a:srgbClr val="CEDBE8"/>
            </a:solidFill>
          </a:ln>
        </p:spPr>
      </p:sp>
      <p:sp>
        <p:nvSpPr>
          <p:cNvPr id="43" name="">
            <a:extLst xmlns:a="http://schemas.openxmlformats.org/drawingml/2006/main">
              <a:ext uri="{FF2B5EF4-FFF2-40B4-BE49-F238E27FC236}">
                <a16:creationId xmlns:a16="http://schemas.microsoft.com/office/drawing/2014/main" id="{E14CD014-C979-4A17-B647-A85178F0AC1D}"/>
              </a:ext>
            </a:extLst>
          </p:cNvPr>
          <p:cNvSpPr>
            <a:spLocks xmlns:a="http://schemas.openxmlformats.org/drawingml/2006/main" noGrp="1"/>
          </p:cNvSpPr>
          <p:nvPr/>
        </p:nvSpPr>
        <p:spPr>
          <a:xfrm xmlns:a="http://schemas.openxmlformats.org/drawingml/2006/main">
            <a:off x="5791200" y="5410200"/>
            <a:ext cx="36576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02D50"/>
                </a:solidFill>
                <a:latin typeface="Noto Sans CJK KR"/>
                <a:ea typeface="Noto Sans CJK KR"/>
                <a:cs typeface="Noto Sans CJK KR"/>
              </a:defRPr>
            </a:pPr>
            <a:r>
              <a:rPr sz="1350" b="1">
                <a:solidFill>
                  <a:srgbClr val="102D50"/>
                </a:solidFill>
                <a:latin typeface="Noto Sans CJK KR"/>
                <a:ea typeface="Noto Sans CJK KR"/>
                <a:cs typeface="Noto Sans CJK KR"/>
              </a:rPr>
              <a:t>Rule-based Analysis Engine + Tools</a:t>
            </a:r>
          </a:p>
        </p:txBody>
      </p:sp>
      <p:sp>
        <p:nvSpPr>
          <p:cNvPr id="44" name="">
            <a:extLst xmlns:a="http://schemas.openxmlformats.org/drawingml/2006/main">
              <a:ext uri="{FF2B5EF4-FFF2-40B4-BE49-F238E27FC236}">
                <a16:creationId xmlns:a16="http://schemas.microsoft.com/office/drawing/2014/main" id="{E348639B-2C8D-47D4-9935-5A69849C46C8}"/>
              </a:ext>
            </a:extLst>
          </p:cNvPr>
          <p:cNvSpPr>
            <a:spLocks xmlns:a="http://schemas.openxmlformats.org/drawingml/2006/main" noGrp="1"/>
          </p:cNvSpPr>
          <p:nvPr/>
        </p:nvSpPr>
        <p:spPr>
          <a:xfrm xmlns:a="http://schemas.openxmlformats.org/drawingml/2006/main">
            <a:off x="10534650" y="5353050"/>
            <a:ext cx="3848100" cy="295275"/>
          </a:xfrm>
          <a:prstGeom xmlns:a="http://schemas.openxmlformats.org/drawingml/2006/main" prst="roundRect">
            <a:avLst>
              <a:gd name="adj" fmla="val 32258"/>
            </a:avLst>
          </a:prstGeom>
          <a:solidFill xmlns:a="http://schemas.openxmlformats.org/drawingml/2006/main">
            <a:srgbClr val="EDF5FF"/>
          </a:solidFill>
          <a:ln xmlns:a="http://schemas.openxmlformats.org/drawingml/2006/main" w="12383">
            <a:solidFill>
              <a:srgbClr val="CEDBE8"/>
            </a:solidFill>
          </a:ln>
        </p:spPr>
      </p:sp>
      <p:sp>
        <p:nvSpPr>
          <p:cNvPr id="45" name="">
            <a:extLst xmlns:a="http://schemas.openxmlformats.org/drawingml/2006/main">
              <a:ext uri="{FF2B5EF4-FFF2-40B4-BE49-F238E27FC236}">
                <a16:creationId xmlns:a16="http://schemas.microsoft.com/office/drawing/2014/main" id="{3E9DAE4E-82EF-403C-BC24-08F48599B6CA}"/>
              </a:ext>
            </a:extLst>
          </p:cNvPr>
          <p:cNvSpPr>
            <a:spLocks xmlns:a="http://schemas.openxmlformats.org/drawingml/2006/main" noGrp="1"/>
          </p:cNvSpPr>
          <p:nvPr/>
        </p:nvSpPr>
        <p:spPr>
          <a:xfrm xmlns:a="http://schemas.openxmlformats.org/drawingml/2006/main">
            <a:off x="10629900" y="5410200"/>
            <a:ext cx="36576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02D50"/>
                </a:solidFill>
                <a:latin typeface="Noto Sans CJK KR"/>
                <a:ea typeface="Noto Sans CJK KR"/>
                <a:cs typeface="Noto Sans CJK KR"/>
              </a:defRPr>
            </a:pPr>
            <a:r>
              <a:rPr sz="1350" b="1">
                <a:solidFill>
                  <a:srgbClr val="102D50"/>
                </a:solidFill>
                <a:latin typeface="Noto Sans CJK KR"/>
                <a:ea typeface="Noto Sans CJK KR"/>
                <a:cs typeface="Noto Sans CJK KR"/>
              </a:rPr>
              <a:t>Rule-based Analysis Engine + Tools</a:t>
            </a:r>
          </a:p>
        </p:txBody>
      </p:sp>
      <p:sp>
        <p:nvSpPr>
          <p:cNvPr id="46" name="">
            <a:extLst xmlns:a="http://schemas.openxmlformats.org/drawingml/2006/main">
              <a:ext uri="{FF2B5EF4-FFF2-40B4-BE49-F238E27FC236}">
                <a16:creationId xmlns:a16="http://schemas.microsoft.com/office/drawing/2014/main" id="{2FEA1E44-D6E8-4C68-965A-04037A55D913}"/>
              </a:ext>
            </a:extLst>
          </p:cNvPr>
          <p:cNvSpPr>
            <a:spLocks xmlns:a="http://schemas.openxmlformats.org/drawingml/2006/main" noGrp="1"/>
          </p:cNvSpPr>
          <p:nvPr/>
        </p:nvSpPr>
        <p:spPr>
          <a:xfrm xmlns:a="http://schemas.openxmlformats.org/drawingml/2006/main">
            <a:off x="1714500" y="6257925"/>
            <a:ext cx="11811000" cy="733425"/>
          </a:xfrm>
          <a:prstGeom xmlns:a="http://schemas.openxmlformats.org/drawingml/2006/main" prst="roundRect">
            <a:avLst>
              <a:gd name="adj" fmla="val 12987"/>
            </a:avLst>
          </a:prstGeom>
          <a:solidFill xmlns:a="http://schemas.openxmlformats.org/drawingml/2006/main">
            <a:srgbClr val="EDF5FF"/>
          </a:solidFill>
          <a:ln xmlns:a="http://schemas.openxmlformats.org/drawingml/2006/main" w="12383">
            <a:solidFill>
              <a:srgbClr val="8FB7EF"/>
            </a:solidFill>
          </a:ln>
        </p:spPr>
      </p:sp>
      <p:sp>
        <p:nvSpPr>
          <p:cNvPr id="47" name="">
            <a:extLst xmlns:a="http://schemas.openxmlformats.org/drawingml/2006/main">
              <a:ext uri="{FF2B5EF4-FFF2-40B4-BE49-F238E27FC236}">
                <a16:creationId xmlns:a16="http://schemas.microsoft.com/office/drawing/2014/main" id="{539F56D3-E23F-4648-A127-C498E45F4E0B}"/>
              </a:ext>
            </a:extLst>
          </p:cNvPr>
          <p:cNvSpPr>
            <a:spLocks xmlns:a="http://schemas.openxmlformats.org/drawingml/2006/main" noGrp="1"/>
          </p:cNvSpPr>
          <p:nvPr/>
        </p:nvSpPr>
        <p:spPr>
          <a:xfrm xmlns:a="http://schemas.openxmlformats.org/drawingml/2006/main">
            <a:off x="1905000" y="6315075"/>
            <a:ext cx="1143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1769D2"/>
                </a:solidFill>
                <a:latin typeface="Noto Sans CJK KR"/>
                <a:ea typeface="Noto Sans CJK KR"/>
                <a:cs typeface="Noto Sans CJK KR"/>
              </a:defRPr>
            </a:pPr>
            <a:r>
              <a:rPr sz="2025" b="1">
                <a:solidFill>
                  <a:srgbClr val="1769D2"/>
                </a:solidFill>
                <a:latin typeface="Noto Sans CJK KR"/>
                <a:ea typeface="Noto Sans CJK KR"/>
                <a:cs typeface="Noto Sans CJK KR"/>
              </a:rPr>
              <a:t>④ Evidence Hand-off Layer</a:t>
            </a:r>
          </a:p>
        </p:txBody>
      </p:sp>
      <p:sp>
        <p:nvSpPr>
          <p:cNvPr id="48" name="">
            <a:extLst xmlns:a="http://schemas.openxmlformats.org/drawingml/2006/main">
              <a:ext uri="{FF2B5EF4-FFF2-40B4-BE49-F238E27FC236}">
                <a16:creationId xmlns:a16="http://schemas.microsoft.com/office/drawing/2014/main" id="{15709F40-DFE1-4A75-83CC-0A9CED6B6736}"/>
              </a:ext>
            </a:extLst>
          </p:cNvPr>
          <p:cNvSpPr>
            <a:spLocks xmlns:a="http://schemas.openxmlformats.org/drawingml/2006/main" noGrp="1"/>
          </p:cNvSpPr>
          <p:nvPr/>
        </p:nvSpPr>
        <p:spPr>
          <a:xfrm xmlns:a="http://schemas.openxmlformats.org/drawingml/2006/main">
            <a:off x="1905000" y="6657975"/>
            <a:ext cx="1143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공통 구조화 데이터 + Markdown Summary / 수치·단위·측정일·근거·제한사항 유지</a:t>
            </a:r>
          </a:p>
        </p:txBody>
      </p:sp>
      <p:cxnSp>
        <p:nvCxnSpPr>
          <p:cNvPr id="104" name=""/>
          <p:cNvCxnSpPr>
            <a:stCxn xmlns:a="http://schemas.openxmlformats.org/drawingml/2006/main" id="14" idx="2"/>
            <a:endCxn xmlns:a="http://schemas.openxmlformats.org/drawingml/2006/main" id="46" idx="0"/>
          </p:cNvCxnSpPr>
          <p:nvPr/>
        </p:nvCxnSpPr>
        <p:spPr>
          <a:xfrm xmlns:a="http://schemas.openxmlformats.org/drawingml/2006/main">
            <a:off x="2781300" y="5810250"/>
            <a:ext cx="4838700" cy="447675"/>
          </a:xfrm>
          <a:prstGeom xmlns:a="http://schemas.openxmlformats.org/drawingml/2006/main" prst="bentConnector4">
            <a:avLst>
              <a:gd name="adj1" fmla="val 0"/>
              <a:gd name="adj2" fmla="val 50000"/>
            </a:avLst>
          </a:prstGeom>
          <a:ln xmlns:a="http://schemas.openxmlformats.org/drawingml/2006/main" w="22860">
            <a:solidFill>
              <a:srgbClr val="1769D2"/>
            </a:solidFill>
            <a:prstDash val="solid"/>
            <a:tailEnd type="triangle" w="med" len="med"/>
          </a:ln>
        </p:spPr>
      </p:cxnSp>
      <p:cxnSp>
        <p:nvCxnSpPr>
          <p:cNvPr id="105" name=""/>
          <p:cNvCxnSpPr>
            <a:stCxn xmlns:a="http://schemas.openxmlformats.org/drawingml/2006/main" id="15" idx="2"/>
            <a:endCxn xmlns:a="http://schemas.openxmlformats.org/drawingml/2006/main" id="46" idx="0"/>
          </p:cNvCxnSpPr>
          <p:nvPr/>
        </p:nvCxnSpPr>
        <p:spPr>
          <a:xfrm xmlns:a="http://schemas.openxmlformats.org/drawingml/2006/main">
            <a:off x="7620000" y="5810250"/>
            <a:ext cx="0" cy="447675"/>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106" name=""/>
          <p:cNvCxnSpPr>
            <a:stCxn xmlns:a="http://schemas.openxmlformats.org/drawingml/2006/main" id="16" idx="2"/>
            <a:endCxn xmlns:a="http://schemas.openxmlformats.org/drawingml/2006/main" id="46" idx="0"/>
          </p:cNvCxnSpPr>
          <p:nvPr/>
        </p:nvCxnSpPr>
        <p:spPr>
          <a:xfrm xmlns:a="http://schemas.openxmlformats.org/drawingml/2006/main" flipH="1">
            <a:off x="7620000" y="5810250"/>
            <a:ext cx="4838700" cy="447675"/>
          </a:xfrm>
          <a:prstGeom xmlns:a="http://schemas.openxmlformats.org/drawingml/2006/main" prst="bentConnector4">
            <a:avLst>
              <a:gd name="adj1" fmla="val 0"/>
              <a:gd name="adj2" fmla="val 50000"/>
            </a:avLst>
          </a:prstGeom>
          <a:ln xmlns:a="http://schemas.openxmlformats.org/drawingml/2006/main" w="22860">
            <a:solidFill>
              <a:srgbClr val="1769D2"/>
            </a:solidFill>
            <a:prstDash val="solid"/>
            <a:tailEnd type="triangle" w="med" len="med"/>
          </a:ln>
        </p:spPr>
      </p:cxnSp>
      <p:sp>
        <p:nvSpPr>
          <p:cNvPr id="52" name="">
            <a:extLst xmlns:a="http://schemas.openxmlformats.org/drawingml/2006/main">
              <a:ext uri="{FF2B5EF4-FFF2-40B4-BE49-F238E27FC236}">
                <a16:creationId xmlns:a16="http://schemas.microsoft.com/office/drawing/2014/main" id="{AC04E81B-5243-44CF-A7AB-944544ECA077}"/>
              </a:ext>
            </a:extLst>
          </p:cNvPr>
          <p:cNvSpPr>
            <a:spLocks xmlns:a="http://schemas.openxmlformats.org/drawingml/2006/main" noGrp="1"/>
          </p:cNvSpPr>
          <p:nvPr/>
        </p:nvSpPr>
        <p:spPr>
          <a:xfrm xmlns:a="http://schemas.openxmlformats.org/drawingml/2006/main">
            <a:off x="1714500" y="7439025"/>
            <a:ext cx="11811000" cy="628650"/>
          </a:xfrm>
          <a:prstGeom xmlns:a="http://schemas.openxmlformats.org/drawingml/2006/main" prst="roundRect">
            <a:avLst>
              <a:gd name="adj" fmla="val 15152"/>
            </a:avLst>
          </a:prstGeom>
          <a:solidFill xmlns:a="http://schemas.openxmlformats.org/drawingml/2006/main">
            <a:srgbClr val="102D50"/>
          </a:solidFill>
          <a:ln xmlns:a="http://schemas.openxmlformats.org/drawingml/2006/main" w="12383">
            <a:solidFill>
              <a:srgbClr val="102D50"/>
            </a:solidFill>
          </a:ln>
        </p:spPr>
      </p:sp>
      <p:sp>
        <p:nvSpPr>
          <p:cNvPr id="53" name="">
            <a:extLst xmlns:a="http://schemas.openxmlformats.org/drawingml/2006/main">
              <a:ext uri="{FF2B5EF4-FFF2-40B4-BE49-F238E27FC236}">
                <a16:creationId xmlns:a16="http://schemas.microsoft.com/office/drawing/2014/main" id="{8F705B55-3AD8-4FF4-8D34-91E1EC6B0746}"/>
              </a:ext>
            </a:extLst>
          </p:cNvPr>
          <p:cNvSpPr>
            <a:spLocks xmlns:a="http://schemas.openxmlformats.org/drawingml/2006/main" noGrp="1"/>
          </p:cNvSpPr>
          <p:nvPr/>
        </p:nvSpPr>
        <p:spPr>
          <a:xfrm xmlns:a="http://schemas.openxmlformats.org/drawingml/2006/main">
            <a:off x="1905000" y="7486650"/>
            <a:ext cx="11430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FFFFFF"/>
                </a:solidFill>
                <a:latin typeface="Noto Sans CJK KR"/>
                <a:ea typeface="Noto Sans CJK KR"/>
                <a:cs typeface="Noto Sans CJK KR"/>
              </a:defRPr>
            </a:pPr>
            <a:r>
              <a:rPr sz="2025" b="1">
                <a:solidFill>
                  <a:srgbClr val="FFFFFF"/>
                </a:solidFill>
                <a:latin typeface="Noto Sans CJK KR"/>
                <a:ea typeface="Noto Sans CJK KR"/>
                <a:cs typeface="Noto Sans CJK KR"/>
              </a:rPr>
              <a:t>⑤ Main Agent — Final Diagnosis</a:t>
            </a:r>
          </a:p>
        </p:txBody>
      </p:sp>
      <p:sp>
        <p:nvSpPr>
          <p:cNvPr id="54" name="">
            <a:extLst xmlns:a="http://schemas.openxmlformats.org/drawingml/2006/main">
              <a:ext uri="{FF2B5EF4-FFF2-40B4-BE49-F238E27FC236}">
                <a16:creationId xmlns:a16="http://schemas.microsoft.com/office/drawing/2014/main" id="{2893A920-8E5E-48D1-8FB4-4E4DE863CE7B}"/>
              </a:ext>
            </a:extLst>
          </p:cNvPr>
          <p:cNvSpPr>
            <a:spLocks xmlns:a="http://schemas.openxmlformats.org/drawingml/2006/main" noGrp="1"/>
          </p:cNvSpPr>
          <p:nvPr/>
        </p:nvSpPr>
        <p:spPr>
          <a:xfrm xmlns:a="http://schemas.openxmlformats.org/drawingml/2006/main">
            <a:off x="1905000" y="7791450"/>
            <a:ext cx="1143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DCEAFE"/>
                </a:solidFill>
                <a:latin typeface="Noto Sans CJK KR"/>
                <a:ea typeface="Noto Sans CJK KR"/>
                <a:cs typeface="Noto Sans CJK KR"/>
              </a:defRPr>
            </a:pPr>
            <a:r>
              <a:rPr sz="1575" b="0">
                <a:solidFill>
                  <a:srgbClr val="DCEAFE"/>
                </a:solidFill>
                <a:latin typeface="Noto Sans CJK KR"/>
                <a:ea typeface="Noto Sans CJK KR"/>
                <a:cs typeface="Noto Sans CJK KR"/>
              </a:rPr>
              <a:t>Trend + FFT + History 통합 / 원인 후보·반증 검토 / 위험 수준·우선 점검 / 자연어 결과</a:t>
            </a:r>
          </a:p>
        </p:txBody>
      </p:sp>
      <p:cxnSp>
        <p:nvCxnSpPr>
          <p:cNvPr id="110" name=""/>
          <p:cNvCxnSpPr>
            <a:stCxn xmlns:a="http://schemas.openxmlformats.org/drawingml/2006/main" id="46" idx="2"/>
            <a:endCxn xmlns:a="http://schemas.openxmlformats.org/drawingml/2006/main" id="52" idx="0"/>
          </p:cNvCxnSpPr>
          <p:nvPr/>
        </p:nvCxnSpPr>
        <p:spPr>
          <a:xfrm xmlns:a="http://schemas.openxmlformats.org/drawingml/2006/main">
            <a:off x="7620000" y="6991350"/>
            <a:ext cx="0" cy="447675"/>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spTree>
    <p:extLst>
      <p:ext uri="{BB962C8B-B14F-4D97-AF65-F5344CB8AC3E}">
        <p14:creationId xmlns:p14="http://schemas.microsoft.com/office/powerpoint/2010/main" val="10396224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93151B06-BA1D-4E08-95F6-08BAC822DB43}"/>
              </a:ext>
            </a:extLst>
          </p:cNvPr>
          <p:cNvSpPr>
            <a:spLocks xmlns:a="http://schemas.openxmlformats.org/drawingml/2006/main" noGrp="1"/>
          </p:cNvSpPr>
          <p:nvPr/>
        </p:nvSpPr>
        <p:spPr>
          <a:xfrm xmlns:a="http://schemas.openxmlformats.org/drawingml/2006/main">
            <a:off x="609600" y="400050"/>
            <a:ext cx="76200" cy="523875"/>
          </a:xfrm>
          <a:prstGeom xmlns:a="http://schemas.openxmlformats.org/drawingml/2006/main" prst="rect">
            <a:avLst/>
          </a:prstGeom>
          <a:solidFill xmlns:a="http://schemas.openxmlformats.org/drawingml/2006/main">
            <a:srgbClr val="1769D2"/>
          </a:solidFill>
          <a:ln xmlns:a="http://schemas.openxmlformats.org/drawingml/2006/main" w="12383">
            <a:solidFill>
              <a:srgbClr val="1769D2"/>
            </a:solidFill>
          </a:ln>
        </p:spPr>
      </p:sp>
      <p:sp>
        <p:nvSpPr>
          <p:cNvPr id="2" name="">
            <a:extLst xmlns:a="http://schemas.openxmlformats.org/drawingml/2006/main">
              <a:ext uri="{FF2B5EF4-FFF2-40B4-BE49-F238E27FC236}">
                <a16:creationId xmlns:a16="http://schemas.microsoft.com/office/drawing/2014/main" id="{F076A8C3-DEB7-4C97-8FE7-67C15901722F}"/>
              </a:ext>
            </a:extLst>
          </p:cNvPr>
          <p:cNvSpPr>
            <a:spLocks xmlns:a="http://schemas.openxmlformats.org/drawingml/2006/main" noGrp="1"/>
          </p:cNvSpPr>
          <p:nvPr/>
        </p:nvSpPr>
        <p:spPr>
          <a:xfrm xmlns:a="http://schemas.openxmlformats.org/drawingml/2006/main">
            <a:off x="876300" y="371475"/>
            <a:ext cx="1371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02D50"/>
                </a:solidFill>
                <a:latin typeface="Noto Sans CJK KR"/>
                <a:ea typeface="Noto Sans CJK KR"/>
                <a:cs typeface="Noto Sans CJK KR"/>
              </a:defRPr>
            </a:pPr>
            <a:r>
              <a:rPr sz="3225" b="1">
                <a:solidFill>
                  <a:srgbClr val="102D50"/>
                </a:solidFill>
                <a:latin typeface="Noto Sans CJK KR"/>
                <a:ea typeface="Noto Sans CJK KR"/>
                <a:cs typeface="Noto Sans CJK KR"/>
              </a:rPr>
              <a:t>분석 근거 표준화 및 Hand-off 기반 종합 진단</a:t>
            </a:r>
          </a:p>
        </p:txBody>
      </p:sp>
      <p:sp>
        <p:nvSpPr>
          <p:cNvPr id="3" name="">
            <a:extLst xmlns:a="http://schemas.openxmlformats.org/drawingml/2006/main">
              <a:ext uri="{FF2B5EF4-FFF2-40B4-BE49-F238E27FC236}">
                <a16:creationId xmlns:a16="http://schemas.microsoft.com/office/drawing/2014/main" id="{116B7721-EA56-4FED-80CF-6485CBE23D26}"/>
              </a:ext>
            </a:extLst>
          </p:cNvPr>
          <p:cNvSpPr>
            <a:spLocks xmlns:a="http://schemas.openxmlformats.org/drawingml/2006/main" noGrp="1"/>
          </p:cNvSpPr>
          <p:nvPr/>
        </p:nvSpPr>
        <p:spPr>
          <a:xfrm xmlns:a="http://schemas.openxmlformats.org/drawingml/2006/main">
            <a:off x="609600" y="111442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60748A"/>
                </a:solidFill>
                <a:latin typeface="Noto Sans CJK KR"/>
                <a:ea typeface="Noto Sans CJK KR"/>
                <a:cs typeface="Noto Sans CJK KR"/>
              </a:defRPr>
            </a:pPr>
            <a:r>
              <a:rPr sz="1875" b="0">
                <a:solidFill>
                  <a:srgbClr val="60748A"/>
                </a:solidFill>
                <a:latin typeface="Noto Sans CJK KR"/>
                <a:ea typeface="Noto Sans CJK KR"/>
                <a:cs typeface="Noto Sans CJK KR"/>
              </a:rPr>
              <a:t>각 전문 Agent의 근거를 표준화해 Main Agent가 일관된 최종 판단에 집중</a:t>
            </a:r>
          </a:p>
        </p:txBody>
      </p:sp>
      <p:sp>
        <p:nvSpPr>
          <p:cNvPr id="4" name="">
            <a:extLst xmlns:a="http://schemas.openxmlformats.org/drawingml/2006/main">
              <a:ext uri="{FF2B5EF4-FFF2-40B4-BE49-F238E27FC236}">
                <a16:creationId xmlns:a16="http://schemas.microsoft.com/office/drawing/2014/main" id="{440BC3EC-91B2-4CDA-8394-D51A0A65EEE7}"/>
              </a:ext>
            </a:extLst>
          </p:cNvPr>
          <p:cNvSpPr>
            <a:spLocks xmlns:a="http://schemas.openxmlformats.org/drawingml/2006/main" noGrp="1"/>
          </p:cNvSpPr>
          <p:nvPr/>
        </p:nvSpPr>
        <p:spPr>
          <a:xfrm xmlns:a="http://schemas.openxmlformats.org/drawingml/2006/main">
            <a:off x="609600" y="82391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0748A"/>
                </a:solidFill>
                <a:latin typeface="Noto Sans CJK KR"/>
                <a:ea typeface="Noto Sans CJK KR"/>
                <a:cs typeface="Noto Sans CJK KR"/>
              </a:defRPr>
            </a:pPr>
            <a:r>
              <a:rPr sz="1200" b="0">
                <a:solidFill>
                  <a:srgbClr val="60748A"/>
                </a:solidFill>
                <a:latin typeface="Noto Sans CJK KR"/>
                <a:ea typeface="Noto Sans CJK KR"/>
                <a:cs typeface="Noto Sans CJK KR"/>
              </a:rPr>
              <a:t>CMS AI AGENT</a:t>
            </a:r>
          </a:p>
        </p:txBody>
      </p:sp>
      <p:sp>
        <p:nvSpPr>
          <p:cNvPr id="5" name="">
            <a:extLst xmlns:a="http://schemas.openxmlformats.org/drawingml/2006/main">
              <a:ext uri="{FF2B5EF4-FFF2-40B4-BE49-F238E27FC236}">
                <a16:creationId xmlns:a16="http://schemas.microsoft.com/office/drawing/2014/main" id="{1057953D-A15F-4889-A552-6DC7FBBFA893}"/>
              </a:ext>
            </a:extLst>
          </p:cNvPr>
          <p:cNvSpPr>
            <a:spLocks xmlns:a="http://schemas.openxmlformats.org/drawingml/2006/main" noGrp="1"/>
          </p:cNvSpPr>
          <p:nvPr/>
        </p:nvSpPr>
        <p:spPr>
          <a:xfrm xmlns:a="http://schemas.openxmlformats.org/drawingml/2006/main">
            <a:off x="14097000" y="8143875"/>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03</a:t>
            </a:r>
          </a:p>
        </p:txBody>
      </p:sp>
      <p:sp>
        <p:nvSpPr>
          <p:cNvPr id="6" name="">
            <a:extLst xmlns:a="http://schemas.openxmlformats.org/drawingml/2006/main">
              <a:ext uri="{FF2B5EF4-FFF2-40B4-BE49-F238E27FC236}">
                <a16:creationId xmlns:a16="http://schemas.microsoft.com/office/drawing/2014/main" id="{BB9D210E-89C2-425B-9F55-21AC9869FF6A}"/>
              </a:ext>
            </a:extLst>
          </p:cNvPr>
          <p:cNvSpPr>
            <a:spLocks xmlns:a="http://schemas.openxmlformats.org/drawingml/2006/main" noGrp="1"/>
          </p:cNvSpPr>
          <p:nvPr/>
        </p:nvSpPr>
        <p:spPr>
          <a:xfrm xmlns:a="http://schemas.openxmlformats.org/drawingml/2006/main">
            <a:off x="609600" y="17907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02D50"/>
                </a:solidFill>
                <a:latin typeface="Noto Sans CJK KR"/>
                <a:ea typeface="Noto Sans CJK KR"/>
                <a:cs typeface="Noto Sans CJK KR"/>
              </a:defRPr>
            </a:pPr>
            <a:r>
              <a:rPr sz="2025" b="1">
                <a:solidFill>
                  <a:srgbClr val="102D50"/>
                </a:solidFill>
                <a:latin typeface="Noto Sans CJK KR"/>
                <a:ea typeface="Noto Sans CJK KR"/>
                <a:cs typeface="Noto Sans CJK KR"/>
              </a:rPr>
              <a:t>Specialized Agent Output</a:t>
            </a:r>
          </a:p>
        </p:txBody>
      </p:sp>
      <p:sp>
        <p:nvSpPr>
          <p:cNvPr id="7" name="">
            <a:extLst xmlns:a="http://schemas.openxmlformats.org/drawingml/2006/main">
              <a:ext uri="{FF2B5EF4-FFF2-40B4-BE49-F238E27FC236}">
                <a16:creationId xmlns:a16="http://schemas.microsoft.com/office/drawing/2014/main" id="{DDE283EF-279E-4982-BB0C-8FB001EE0328}"/>
              </a:ext>
            </a:extLst>
          </p:cNvPr>
          <p:cNvSpPr>
            <a:spLocks xmlns:a="http://schemas.openxmlformats.org/drawingml/2006/main" noGrp="1"/>
          </p:cNvSpPr>
          <p:nvPr/>
        </p:nvSpPr>
        <p:spPr>
          <a:xfrm xmlns:a="http://schemas.openxmlformats.org/drawingml/2006/main">
            <a:off x="5486400" y="17907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769D2"/>
                </a:solidFill>
                <a:latin typeface="Noto Sans CJK KR"/>
                <a:ea typeface="Noto Sans CJK KR"/>
                <a:cs typeface="Noto Sans CJK KR"/>
              </a:defRPr>
            </a:pPr>
            <a:r>
              <a:rPr sz="2025" b="1">
                <a:solidFill>
                  <a:srgbClr val="1769D2"/>
                </a:solidFill>
                <a:latin typeface="Noto Sans CJK KR"/>
                <a:ea typeface="Noto Sans CJK KR"/>
                <a:cs typeface="Noto Sans CJK KR"/>
              </a:rPr>
              <a:t>Evidence Hand-off</a:t>
            </a:r>
          </a:p>
        </p:txBody>
      </p:sp>
      <p:sp>
        <p:nvSpPr>
          <p:cNvPr id="8" name="">
            <a:extLst xmlns:a="http://schemas.openxmlformats.org/drawingml/2006/main">
              <a:ext uri="{FF2B5EF4-FFF2-40B4-BE49-F238E27FC236}">
                <a16:creationId xmlns:a16="http://schemas.microsoft.com/office/drawing/2014/main" id="{95B0CD60-1699-4C10-A03F-4B545B71366F}"/>
              </a:ext>
            </a:extLst>
          </p:cNvPr>
          <p:cNvSpPr>
            <a:spLocks xmlns:a="http://schemas.openxmlformats.org/drawingml/2006/main" noGrp="1"/>
          </p:cNvSpPr>
          <p:nvPr/>
        </p:nvSpPr>
        <p:spPr>
          <a:xfrm xmlns:a="http://schemas.openxmlformats.org/drawingml/2006/main">
            <a:off x="9906000" y="1790700"/>
            <a:ext cx="4724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02D50"/>
                </a:solidFill>
                <a:latin typeface="Noto Sans CJK KR"/>
                <a:ea typeface="Noto Sans CJK KR"/>
                <a:cs typeface="Noto Sans CJK KR"/>
              </a:defRPr>
            </a:pPr>
            <a:r>
              <a:rPr sz="2025" b="1">
                <a:solidFill>
                  <a:srgbClr val="102D50"/>
                </a:solidFill>
                <a:latin typeface="Noto Sans CJK KR"/>
                <a:ea typeface="Noto Sans CJK KR"/>
                <a:cs typeface="Noto Sans CJK KR"/>
              </a:rPr>
              <a:t>Main Agent Output</a:t>
            </a:r>
          </a:p>
        </p:txBody>
      </p:sp>
      <p:sp>
        <p:nvSpPr>
          <p:cNvPr id="9" name="">
            <a:extLst xmlns:a="http://schemas.openxmlformats.org/drawingml/2006/main">
              <a:ext uri="{FF2B5EF4-FFF2-40B4-BE49-F238E27FC236}">
                <a16:creationId xmlns:a16="http://schemas.microsoft.com/office/drawing/2014/main" id="{21B5EAC0-2264-4EF0-B8BA-DF805C06C7C1}"/>
              </a:ext>
            </a:extLst>
          </p:cNvPr>
          <p:cNvSpPr>
            <a:spLocks xmlns:a="http://schemas.openxmlformats.org/drawingml/2006/main" noGrp="1"/>
          </p:cNvSpPr>
          <p:nvPr/>
        </p:nvSpPr>
        <p:spPr>
          <a:xfrm xmlns:a="http://schemas.openxmlformats.org/drawingml/2006/main">
            <a:off x="609600" y="2352675"/>
            <a:ext cx="4343400" cy="1371600"/>
          </a:xfrm>
          <a:prstGeom xmlns:a="http://schemas.openxmlformats.org/drawingml/2006/main" prst="roundRect">
            <a:avLst>
              <a:gd name="adj" fmla="val 6944"/>
            </a:avLst>
          </a:prstGeom>
          <a:solidFill xmlns:a="http://schemas.openxmlformats.org/drawingml/2006/main">
            <a:srgbClr val="F5F8FC"/>
          </a:solidFill>
          <a:ln xmlns:a="http://schemas.openxmlformats.org/drawingml/2006/main" w="12383">
            <a:solidFill>
              <a:srgbClr val="CEDBE8"/>
            </a:solidFill>
          </a:ln>
        </p:spPr>
      </p:sp>
      <p:sp>
        <p:nvSpPr>
          <p:cNvPr id="10" name="">
            <a:extLst xmlns:a="http://schemas.openxmlformats.org/drawingml/2006/main">
              <a:ext uri="{FF2B5EF4-FFF2-40B4-BE49-F238E27FC236}">
                <a16:creationId xmlns:a16="http://schemas.microsoft.com/office/drawing/2014/main" id="{0C21E41C-2D24-4412-81D8-A83EE9F50443}"/>
              </a:ext>
            </a:extLst>
          </p:cNvPr>
          <p:cNvSpPr>
            <a:spLocks xmlns:a="http://schemas.openxmlformats.org/drawingml/2006/main" noGrp="1"/>
          </p:cNvSpPr>
          <p:nvPr/>
        </p:nvSpPr>
        <p:spPr>
          <a:xfrm xmlns:a="http://schemas.openxmlformats.org/drawingml/2006/main">
            <a:off x="828675" y="24860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02D50"/>
                </a:solidFill>
                <a:latin typeface="Noto Sans CJK KR"/>
                <a:ea typeface="Noto Sans CJK KR"/>
                <a:cs typeface="Noto Sans CJK KR"/>
              </a:defRPr>
            </a:pPr>
            <a:r>
              <a:rPr sz="1875" b="1">
                <a:solidFill>
                  <a:srgbClr val="102D50"/>
                </a:solidFill>
                <a:latin typeface="Noto Sans CJK KR"/>
                <a:ea typeface="Noto Sans CJK KR"/>
                <a:cs typeface="Noto Sans CJK KR"/>
              </a:rPr>
              <a:t>Trend Agent</a:t>
            </a:r>
          </a:p>
        </p:txBody>
      </p:sp>
      <p:sp>
        <p:nvSpPr>
          <p:cNvPr id="11" name="">
            <a:extLst xmlns:a="http://schemas.openxmlformats.org/drawingml/2006/main">
              <a:ext uri="{FF2B5EF4-FFF2-40B4-BE49-F238E27FC236}">
                <a16:creationId xmlns:a16="http://schemas.microsoft.com/office/drawing/2014/main" id="{6EF80385-C6B2-4ECE-AFD8-C3ED5F226681}"/>
              </a:ext>
            </a:extLst>
          </p:cNvPr>
          <p:cNvSpPr>
            <a:spLocks xmlns:a="http://schemas.openxmlformats.org/drawingml/2006/main" noGrp="1"/>
          </p:cNvSpPr>
          <p:nvPr/>
        </p:nvSpPr>
        <p:spPr>
          <a:xfrm xmlns:a="http://schemas.openxmlformats.org/drawingml/2006/main">
            <a:off x="828675" y="28765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진동 상승 경향 검출</a:t>
            </a:r>
          </a:p>
        </p:txBody>
      </p:sp>
      <p:sp>
        <p:nvSpPr>
          <p:cNvPr id="12" name="">
            <a:extLst xmlns:a="http://schemas.openxmlformats.org/drawingml/2006/main">
              <a:ext uri="{FF2B5EF4-FFF2-40B4-BE49-F238E27FC236}">
                <a16:creationId xmlns:a16="http://schemas.microsoft.com/office/drawing/2014/main" id="{2F92490A-EDB6-435B-9453-30F6BE189BD2}"/>
              </a:ext>
            </a:extLst>
          </p:cNvPr>
          <p:cNvSpPr>
            <a:spLocks xmlns:a="http://schemas.openxmlformats.org/drawingml/2006/main" noGrp="1"/>
          </p:cNvSpPr>
          <p:nvPr/>
        </p:nvSpPr>
        <p:spPr>
          <a:xfrm xmlns:a="http://schemas.openxmlformats.org/drawingml/2006/main">
            <a:off x="828675" y="3133725"/>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기간 변화량·회귀 기울기</a:t>
            </a:r>
          </a:p>
        </p:txBody>
      </p:sp>
      <p:sp>
        <p:nvSpPr>
          <p:cNvPr id="13" name="">
            <a:extLst xmlns:a="http://schemas.openxmlformats.org/drawingml/2006/main">
              <a:ext uri="{FF2B5EF4-FFF2-40B4-BE49-F238E27FC236}">
                <a16:creationId xmlns:a16="http://schemas.microsoft.com/office/drawing/2014/main" id="{2C398B3D-9E5C-4991-9946-FB431A5A314F}"/>
              </a:ext>
            </a:extLst>
          </p:cNvPr>
          <p:cNvSpPr>
            <a:spLocks xmlns:a="http://schemas.openxmlformats.org/drawingml/2006/main" noGrp="1"/>
          </p:cNvSpPr>
          <p:nvPr/>
        </p:nvSpPr>
        <p:spPr>
          <a:xfrm xmlns:a="http://schemas.openxmlformats.org/drawingml/2006/main">
            <a:off x="828675" y="339090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주의·위험 Level 대비 현재 상태</a:t>
            </a:r>
          </a:p>
        </p:txBody>
      </p:sp>
      <p:sp>
        <p:nvSpPr>
          <p:cNvPr id="14" name="">
            <a:extLst xmlns:a="http://schemas.openxmlformats.org/drawingml/2006/main">
              <a:ext uri="{FF2B5EF4-FFF2-40B4-BE49-F238E27FC236}">
                <a16:creationId xmlns:a16="http://schemas.microsoft.com/office/drawing/2014/main" id="{533A8A7E-DC6C-4567-BF28-92EC5D1E9452}"/>
              </a:ext>
            </a:extLst>
          </p:cNvPr>
          <p:cNvSpPr>
            <a:spLocks xmlns:a="http://schemas.openxmlformats.org/drawingml/2006/main" noGrp="1"/>
          </p:cNvSpPr>
          <p:nvPr/>
        </p:nvSpPr>
        <p:spPr>
          <a:xfrm xmlns:a="http://schemas.openxmlformats.org/drawingml/2006/main">
            <a:off x="609600" y="3952875"/>
            <a:ext cx="4343400" cy="1371600"/>
          </a:xfrm>
          <a:prstGeom xmlns:a="http://schemas.openxmlformats.org/drawingml/2006/main" prst="roundRect">
            <a:avLst>
              <a:gd name="adj" fmla="val 6944"/>
            </a:avLst>
          </a:prstGeom>
          <a:solidFill xmlns:a="http://schemas.openxmlformats.org/drawingml/2006/main">
            <a:srgbClr val="F5F8FC"/>
          </a:solidFill>
          <a:ln xmlns:a="http://schemas.openxmlformats.org/drawingml/2006/main" w="12383">
            <a:solidFill>
              <a:srgbClr val="CEDBE8"/>
            </a:solidFill>
          </a:ln>
        </p:spPr>
      </p:sp>
      <p:sp>
        <p:nvSpPr>
          <p:cNvPr id="15" name="">
            <a:extLst xmlns:a="http://schemas.openxmlformats.org/drawingml/2006/main">
              <a:ext uri="{FF2B5EF4-FFF2-40B4-BE49-F238E27FC236}">
                <a16:creationId xmlns:a16="http://schemas.microsoft.com/office/drawing/2014/main" id="{87E2D117-A720-41C8-9E96-73A058488D70}"/>
              </a:ext>
            </a:extLst>
          </p:cNvPr>
          <p:cNvSpPr>
            <a:spLocks xmlns:a="http://schemas.openxmlformats.org/drawingml/2006/main" noGrp="1"/>
          </p:cNvSpPr>
          <p:nvPr/>
        </p:nvSpPr>
        <p:spPr>
          <a:xfrm xmlns:a="http://schemas.openxmlformats.org/drawingml/2006/main">
            <a:off x="828675" y="40862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02D50"/>
                </a:solidFill>
                <a:latin typeface="Noto Sans CJK KR"/>
                <a:ea typeface="Noto Sans CJK KR"/>
                <a:cs typeface="Noto Sans CJK KR"/>
              </a:defRPr>
            </a:pPr>
            <a:r>
              <a:rPr sz="1875" b="1">
                <a:solidFill>
                  <a:srgbClr val="102D50"/>
                </a:solidFill>
                <a:latin typeface="Noto Sans CJK KR"/>
                <a:ea typeface="Noto Sans CJK KR"/>
                <a:cs typeface="Noto Sans CJK KR"/>
              </a:rPr>
              <a:t>FFT Agent</a:t>
            </a:r>
          </a:p>
        </p:txBody>
      </p:sp>
      <p:sp>
        <p:nvSpPr>
          <p:cNvPr id="16" name="">
            <a:extLst xmlns:a="http://schemas.openxmlformats.org/drawingml/2006/main">
              <a:ext uri="{FF2B5EF4-FFF2-40B4-BE49-F238E27FC236}">
                <a16:creationId xmlns:a16="http://schemas.microsoft.com/office/drawing/2014/main" id="{F6B80645-1D38-4268-881A-DCEBF09A77EF}"/>
              </a:ext>
            </a:extLst>
          </p:cNvPr>
          <p:cNvSpPr>
            <a:spLocks xmlns:a="http://schemas.openxmlformats.org/drawingml/2006/main" noGrp="1"/>
          </p:cNvSpPr>
          <p:nvPr/>
        </p:nvSpPr>
        <p:spPr>
          <a:xfrm xmlns:a="http://schemas.openxmlformats.org/drawingml/2006/main">
            <a:off x="828675" y="44767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주요 주파수 피크 검출</a:t>
            </a:r>
          </a:p>
        </p:txBody>
      </p:sp>
      <p:sp>
        <p:nvSpPr>
          <p:cNvPr id="17" name="">
            <a:extLst xmlns:a="http://schemas.openxmlformats.org/drawingml/2006/main">
              <a:ext uri="{FF2B5EF4-FFF2-40B4-BE49-F238E27FC236}">
                <a16:creationId xmlns:a16="http://schemas.microsoft.com/office/drawing/2014/main" id="{E81CDF8F-D7C6-4F69-B2C6-32C8C8E58D42}"/>
              </a:ext>
            </a:extLst>
          </p:cNvPr>
          <p:cNvSpPr>
            <a:spLocks xmlns:a="http://schemas.openxmlformats.org/drawingml/2006/main" noGrp="1"/>
          </p:cNvSpPr>
          <p:nvPr/>
        </p:nvSpPr>
        <p:spPr>
          <a:xfrm xmlns:a="http://schemas.openxmlformats.org/drawingml/2006/main">
            <a:off x="828675" y="4733925"/>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회전·베어링 결함 주파수 비교</a:t>
            </a:r>
          </a:p>
        </p:txBody>
      </p:sp>
      <p:sp>
        <p:nvSpPr>
          <p:cNvPr id="18" name="">
            <a:extLst xmlns:a="http://schemas.openxmlformats.org/drawingml/2006/main">
              <a:ext uri="{FF2B5EF4-FFF2-40B4-BE49-F238E27FC236}">
                <a16:creationId xmlns:a16="http://schemas.microsoft.com/office/drawing/2014/main" id="{B9569F51-0B0F-499D-8460-FA2CA866505D}"/>
              </a:ext>
            </a:extLst>
          </p:cNvPr>
          <p:cNvSpPr>
            <a:spLocks xmlns:a="http://schemas.openxmlformats.org/drawingml/2006/main" noGrp="1"/>
          </p:cNvSpPr>
          <p:nvPr/>
        </p:nvSpPr>
        <p:spPr>
          <a:xfrm xmlns:a="http://schemas.openxmlformats.org/drawingml/2006/main">
            <a:off x="828675" y="499110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원인 후보와 진폭 근거</a:t>
            </a:r>
          </a:p>
        </p:txBody>
      </p:sp>
      <p:sp>
        <p:nvSpPr>
          <p:cNvPr id="19" name="">
            <a:extLst xmlns:a="http://schemas.openxmlformats.org/drawingml/2006/main">
              <a:ext uri="{FF2B5EF4-FFF2-40B4-BE49-F238E27FC236}">
                <a16:creationId xmlns:a16="http://schemas.microsoft.com/office/drawing/2014/main" id="{954C522F-2E48-4B43-A212-57FBD021E557}"/>
              </a:ext>
            </a:extLst>
          </p:cNvPr>
          <p:cNvSpPr>
            <a:spLocks xmlns:a="http://schemas.openxmlformats.org/drawingml/2006/main" noGrp="1"/>
          </p:cNvSpPr>
          <p:nvPr/>
        </p:nvSpPr>
        <p:spPr>
          <a:xfrm xmlns:a="http://schemas.openxmlformats.org/drawingml/2006/main">
            <a:off x="609600" y="5553075"/>
            <a:ext cx="4343400" cy="1371600"/>
          </a:xfrm>
          <a:prstGeom xmlns:a="http://schemas.openxmlformats.org/drawingml/2006/main" prst="roundRect">
            <a:avLst>
              <a:gd name="adj" fmla="val 6944"/>
            </a:avLst>
          </a:prstGeom>
          <a:solidFill xmlns:a="http://schemas.openxmlformats.org/drawingml/2006/main">
            <a:srgbClr val="F5F8FC"/>
          </a:solidFill>
          <a:ln xmlns:a="http://schemas.openxmlformats.org/drawingml/2006/main" w="12383">
            <a:solidFill>
              <a:srgbClr val="CEDBE8"/>
            </a:solidFill>
          </a:ln>
        </p:spPr>
      </p:sp>
      <p:sp>
        <p:nvSpPr>
          <p:cNvPr id="20" name="">
            <a:extLst xmlns:a="http://schemas.openxmlformats.org/drawingml/2006/main">
              <a:ext uri="{FF2B5EF4-FFF2-40B4-BE49-F238E27FC236}">
                <a16:creationId xmlns:a16="http://schemas.microsoft.com/office/drawing/2014/main" id="{5B8306EA-5A2C-4E18-8977-2FF16535C364}"/>
              </a:ext>
            </a:extLst>
          </p:cNvPr>
          <p:cNvSpPr>
            <a:spLocks xmlns:a="http://schemas.openxmlformats.org/drawingml/2006/main" noGrp="1"/>
          </p:cNvSpPr>
          <p:nvPr/>
        </p:nvSpPr>
        <p:spPr>
          <a:xfrm xmlns:a="http://schemas.openxmlformats.org/drawingml/2006/main">
            <a:off x="828675" y="56864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02D50"/>
                </a:solidFill>
                <a:latin typeface="Noto Sans CJK KR"/>
                <a:ea typeface="Noto Sans CJK KR"/>
                <a:cs typeface="Noto Sans CJK KR"/>
              </a:defRPr>
            </a:pPr>
            <a:r>
              <a:rPr sz="1875" b="1">
                <a:solidFill>
                  <a:srgbClr val="102D50"/>
                </a:solidFill>
                <a:latin typeface="Noto Sans CJK KR"/>
                <a:ea typeface="Noto Sans CJK KR"/>
                <a:cs typeface="Noto Sans CJK KR"/>
              </a:rPr>
              <a:t>History Agent</a:t>
            </a:r>
          </a:p>
        </p:txBody>
      </p:sp>
      <p:sp>
        <p:nvSpPr>
          <p:cNvPr id="21" name="">
            <a:extLst xmlns:a="http://schemas.openxmlformats.org/drawingml/2006/main">
              <a:ext uri="{FF2B5EF4-FFF2-40B4-BE49-F238E27FC236}">
                <a16:creationId xmlns:a16="http://schemas.microsoft.com/office/drawing/2014/main" id="{A2BFA517-6984-4B4C-931B-E38436564DB2}"/>
              </a:ext>
            </a:extLst>
          </p:cNvPr>
          <p:cNvSpPr>
            <a:spLocks xmlns:a="http://schemas.openxmlformats.org/drawingml/2006/main" noGrp="1"/>
          </p:cNvSpPr>
          <p:nvPr/>
        </p:nvSpPr>
        <p:spPr>
          <a:xfrm xmlns:a="http://schemas.openxmlformats.org/drawingml/2006/main">
            <a:off x="828675" y="60769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연관된 과거 진단 이력</a:t>
            </a:r>
          </a:p>
        </p:txBody>
      </p:sp>
      <p:sp>
        <p:nvSpPr>
          <p:cNvPr id="22" name="">
            <a:extLst xmlns:a="http://schemas.openxmlformats.org/drawingml/2006/main">
              <a:ext uri="{FF2B5EF4-FFF2-40B4-BE49-F238E27FC236}">
                <a16:creationId xmlns:a16="http://schemas.microsoft.com/office/drawing/2014/main" id="{3DAB4F41-9BC8-4C8D-BC34-7106F3301A3A}"/>
              </a:ext>
            </a:extLst>
          </p:cNvPr>
          <p:cNvSpPr>
            <a:spLocks xmlns:a="http://schemas.openxmlformats.org/drawingml/2006/main" noGrp="1"/>
          </p:cNvSpPr>
          <p:nvPr/>
        </p:nvSpPr>
        <p:spPr>
          <a:xfrm xmlns:a="http://schemas.openxmlformats.org/drawingml/2006/main">
            <a:off x="828675" y="6334125"/>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과거 이상 현상·조치 내역</a:t>
            </a:r>
          </a:p>
        </p:txBody>
      </p:sp>
      <p:sp>
        <p:nvSpPr>
          <p:cNvPr id="23" name="">
            <a:extLst xmlns:a="http://schemas.openxmlformats.org/drawingml/2006/main">
              <a:ext uri="{FF2B5EF4-FFF2-40B4-BE49-F238E27FC236}">
                <a16:creationId xmlns:a16="http://schemas.microsoft.com/office/drawing/2014/main" id="{9753144A-57AB-455F-A03C-CCA41FB10F98}"/>
              </a:ext>
            </a:extLst>
          </p:cNvPr>
          <p:cNvSpPr>
            <a:spLocks xmlns:a="http://schemas.openxmlformats.org/drawingml/2006/main" noGrp="1"/>
          </p:cNvSpPr>
          <p:nvPr/>
        </p:nvSpPr>
        <p:spPr>
          <a:xfrm xmlns:a="http://schemas.openxmlformats.org/drawingml/2006/main">
            <a:off x="828675" y="659130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현재 설비와 공통점·차이점</a:t>
            </a:r>
          </a:p>
        </p:txBody>
      </p:sp>
      <p:sp>
        <p:nvSpPr>
          <p:cNvPr id="24" name="">
            <a:extLst xmlns:a="http://schemas.openxmlformats.org/drawingml/2006/main">
              <a:ext uri="{FF2B5EF4-FFF2-40B4-BE49-F238E27FC236}">
                <a16:creationId xmlns:a16="http://schemas.microsoft.com/office/drawing/2014/main" id="{9BE73586-70F7-4456-95EF-540EF7EC1D55}"/>
              </a:ext>
            </a:extLst>
          </p:cNvPr>
          <p:cNvSpPr>
            <a:spLocks xmlns:a="http://schemas.openxmlformats.org/drawingml/2006/main" noGrp="1"/>
          </p:cNvSpPr>
          <p:nvPr/>
        </p:nvSpPr>
        <p:spPr>
          <a:xfrm xmlns:a="http://schemas.openxmlformats.org/drawingml/2006/main">
            <a:off x="5410200" y="2352675"/>
            <a:ext cx="3962400" cy="4572000"/>
          </a:xfrm>
          <a:prstGeom xmlns:a="http://schemas.openxmlformats.org/drawingml/2006/main" prst="roundRect">
            <a:avLst>
              <a:gd name="adj" fmla="val 2404"/>
            </a:avLst>
          </a:prstGeom>
          <a:solidFill xmlns:a="http://schemas.openxmlformats.org/drawingml/2006/main">
            <a:srgbClr val="EDF5FF"/>
          </a:solidFill>
          <a:ln xmlns:a="http://schemas.openxmlformats.org/drawingml/2006/main" w="12383">
            <a:solidFill>
              <a:srgbClr val="8FB7EF"/>
            </a:solidFill>
          </a:ln>
        </p:spPr>
      </p:sp>
      <p:cxnSp>
        <p:nvCxnSpPr>
          <p:cNvPr id="77" name=""/>
          <p:cNvCxnSpPr>
            <a:stCxn xmlns:a="http://schemas.openxmlformats.org/drawingml/2006/main" id="9" idx="3"/>
            <a:endCxn xmlns:a="http://schemas.openxmlformats.org/drawingml/2006/main" id="24" idx="1"/>
          </p:cNvCxnSpPr>
          <p:nvPr/>
        </p:nvCxnSpPr>
        <p:spPr>
          <a:xfrm xmlns:a="http://schemas.openxmlformats.org/drawingml/2006/main">
            <a:off x="4953000" y="3038475"/>
            <a:ext cx="457200" cy="1600200"/>
          </a:xfrm>
          <a:prstGeom xmlns:a="http://schemas.openxmlformats.org/drawingml/2006/main" prst="bentConnector3">
            <a:avLst>
              <a:gd name="adj1" fmla="val 50000"/>
            </a:avLst>
          </a:prstGeom>
          <a:ln xmlns:a="http://schemas.openxmlformats.org/drawingml/2006/main" w="22860">
            <a:solidFill>
              <a:srgbClr val="1769D2"/>
            </a:solidFill>
            <a:prstDash val="solid"/>
            <a:tailEnd type="triangle" w="med" len="med"/>
          </a:ln>
        </p:spPr>
      </p:cxnSp>
      <p:cxnSp>
        <p:nvCxnSpPr>
          <p:cNvPr id="78" name=""/>
          <p:cNvCxnSpPr>
            <a:stCxn xmlns:a="http://schemas.openxmlformats.org/drawingml/2006/main" id="14" idx="3"/>
            <a:endCxn xmlns:a="http://schemas.openxmlformats.org/drawingml/2006/main" id="24" idx="1"/>
          </p:cNvCxnSpPr>
          <p:nvPr/>
        </p:nvCxnSpPr>
        <p:spPr>
          <a:xfrm xmlns:a="http://schemas.openxmlformats.org/drawingml/2006/main">
            <a:off x="4953000" y="4638675"/>
            <a:ext cx="4572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79" name=""/>
          <p:cNvCxnSpPr>
            <a:stCxn xmlns:a="http://schemas.openxmlformats.org/drawingml/2006/main" id="19" idx="3"/>
            <a:endCxn xmlns:a="http://schemas.openxmlformats.org/drawingml/2006/main" id="24" idx="1"/>
          </p:cNvCxnSpPr>
          <p:nvPr/>
        </p:nvCxnSpPr>
        <p:spPr>
          <a:xfrm xmlns:a="http://schemas.openxmlformats.org/drawingml/2006/main" flipV="1">
            <a:off x="4953000" y="4638675"/>
            <a:ext cx="457200" cy="1600200"/>
          </a:xfrm>
          <a:prstGeom xmlns:a="http://schemas.openxmlformats.org/drawingml/2006/main" prst="bentConnector3">
            <a:avLst>
              <a:gd name="adj1" fmla="val 50000"/>
            </a:avLst>
          </a:prstGeom>
          <a:ln xmlns:a="http://schemas.openxmlformats.org/drawingml/2006/main" w="22860">
            <a:solidFill>
              <a:srgbClr val="1769D2"/>
            </a:solidFill>
            <a:prstDash val="solid"/>
            <a:tailEnd type="triangle" w="med" len="med"/>
          </a:ln>
        </p:spPr>
      </p:cxnSp>
      <p:sp>
        <p:nvSpPr>
          <p:cNvPr id="28" name="">
            <a:extLst xmlns:a="http://schemas.openxmlformats.org/drawingml/2006/main">
              <a:ext uri="{FF2B5EF4-FFF2-40B4-BE49-F238E27FC236}">
                <a16:creationId xmlns:a16="http://schemas.microsoft.com/office/drawing/2014/main" id="{BC94BE31-E185-4A2E-83B1-FDC69EB6F65D}"/>
              </a:ext>
            </a:extLst>
          </p:cNvPr>
          <p:cNvSpPr>
            <a:spLocks xmlns:a="http://schemas.openxmlformats.org/drawingml/2006/main" noGrp="1"/>
          </p:cNvSpPr>
          <p:nvPr/>
        </p:nvSpPr>
        <p:spPr>
          <a:xfrm xmlns:a="http://schemas.openxmlformats.org/drawingml/2006/main">
            <a:off x="5638800" y="2505075"/>
            <a:ext cx="350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1769D2"/>
                </a:solidFill>
                <a:latin typeface="Noto Sans CJK KR"/>
                <a:ea typeface="Noto Sans CJK KR"/>
                <a:cs typeface="Noto Sans CJK KR"/>
              </a:defRPr>
            </a:pPr>
            <a:r>
              <a:rPr sz="1800" b="1">
                <a:solidFill>
                  <a:srgbClr val="1769D2"/>
                </a:solidFill>
                <a:latin typeface="Noto Sans CJK KR"/>
                <a:ea typeface="Noto Sans CJK KR"/>
                <a:cs typeface="Noto Sans CJK KR"/>
              </a:rPr>
              <a:t>구조화 데이터 유지</a:t>
            </a:r>
          </a:p>
        </p:txBody>
      </p:sp>
      <p:sp>
        <p:nvSpPr>
          <p:cNvPr id="29" name="">
            <a:extLst xmlns:a="http://schemas.openxmlformats.org/drawingml/2006/main">
              <a:ext uri="{FF2B5EF4-FFF2-40B4-BE49-F238E27FC236}">
                <a16:creationId xmlns:a16="http://schemas.microsoft.com/office/drawing/2014/main" id="{100AFAAA-D42A-4CE9-A35B-28438A3787D0}"/>
              </a:ext>
            </a:extLst>
          </p:cNvPr>
          <p:cNvSpPr>
            <a:spLocks xmlns:a="http://schemas.openxmlformats.org/drawingml/2006/main" noGrp="1"/>
          </p:cNvSpPr>
          <p:nvPr/>
        </p:nvSpPr>
        <p:spPr>
          <a:xfrm xmlns:a="http://schemas.openxmlformats.org/drawingml/2006/main">
            <a:off x="5638800" y="2905125"/>
            <a:ext cx="350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수치 / 단위 / 측정일 / 제한사항</a:t>
            </a:r>
          </a:p>
        </p:txBody>
      </p:sp>
      <p:sp>
        <p:nvSpPr>
          <p:cNvPr id="30" name="">
            <a:extLst xmlns:a="http://schemas.openxmlformats.org/drawingml/2006/main">
              <a:ext uri="{FF2B5EF4-FFF2-40B4-BE49-F238E27FC236}">
                <a16:creationId xmlns:a16="http://schemas.microsoft.com/office/drawing/2014/main" id="{9154277C-6E8E-426E-AD57-7239F347B69D}"/>
              </a:ext>
            </a:extLst>
          </p:cNvPr>
          <p:cNvSpPr>
            <a:spLocks xmlns:a="http://schemas.openxmlformats.org/drawingml/2006/main" noGrp="1"/>
          </p:cNvSpPr>
          <p:nvPr/>
        </p:nvSpPr>
        <p:spPr>
          <a:xfrm xmlns:a="http://schemas.openxmlformats.org/drawingml/2006/main">
            <a:off x="5638800" y="3438525"/>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Trend Analysis</a:t>
            </a:r>
          </a:p>
        </p:txBody>
      </p:sp>
      <p:sp>
        <p:nvSpPr>
          <p:cNvPr id="31" name="">
            <a:extLst xmlns:a="http://schemas.openxmlformats.org/drawingml/2006/main">
              <a:ext uri="{FF2B5EF4-FFF2-40B4-BE49-F238E27FC236}">
                <a16:creationId xmlns:a16="http://schemas.microsoft.com/office/drawing/2014/main" id="{3DB3D46F-9DE3-4986-834E-D32444D6BE94}"/>
              </a:ext>
            </a:extLst>
          </p:cNvPr>
          <p:cNvSpPr>
            <a:spLocks xmlns:a="http://schemas.openxmlformats.org/drawingml/2006/main" noGrp="1"/>
          </p:cNvSpPr>
          <p:nvPr/>
        </p:nvSpPr>
        <p:spPr>
          <a:xfrm xmlns:a="http://schemas.openxmlformats.org/drawingml/2006/main">
            <a:off x="5638800" y="3714750"/>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Status: Rising</a:t>
            </a:r>
          </a:p>
        </p:txBody>
      </p:sp>
      <p:sp>
        <p:nvSpPr>
          <p:cNvPr id="32" name="">
            <a:extLst xmlns:a="http://schemas.openxmlformats.org/drawingml/2006/main">
              <a:ext uri="{FF2B5EF4-FFF2-40B4-BE49-F238E27FC236}">
                <a16:creationId xmlns:a16="http://schemas.microsoft.com/office/drawing/2014/main" id="{34F56F7C-9F29-4305-90FD-257B2334BB00}"/>
              </a:ext>
            </a:extLst>
          </p:cNvPr>
          <p:cNvSpPr>
            <a:spLocks xmlns:a="http://schemas.openxmlformats.org/drawingml/2006/main" noGrp="1"/>
          </p:cNvSpPr>
          <p:nvPr/>
        </p:nvSpPr>
        <p:spPr>
          <a:xfrm xmlns:a="http://schemas.openxmlformats.org/drawingml/2006/main">
            <a:off x="5638800" y="3990975"/>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Evidence: 기울기 및 기간별 변화</a:t>
            </a:r>
          </a:p>
        </p:txBody>
      </p:sp>
      <p:sp>
        <p:nvSpPr>
          <p:cNvPr id="33" name="">
            <a:extLst xmlns:a="http://schemas.openxmlformats.org/drawingml/2006/main">
              <a:ext uri="{FF2B5EF4-FFF2-40B4-BE49-F238E27FC236}">
                <a16:creationId xmlns:a16="http://schemas.microsoft.com/office/drawing/2014/main" id="{323F96E4-C9CC-4432-A105-2AFB50DA5848}"/>
              </a:ext>
            </a:extLst>
          </p:cNvPr>
          <p:cNvSpPr>
            <a:spLocks xmlns:a="http://schemas.openxmlformats.org/drawingml/2006/main" noGrp="1"/>
          </p:cNvSpPr>
          <p:nvPr/>
        </p:nvSpPr>
        <p:spPr>
          <a:xfrm xmlns:a="http://schemas.openxmlformats.org/drawingml/2006/main">
            <a:off x="5638800" y="4267200"/>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34" name="">
            <a:extLst xmlns:a="http://schemas.openxmlformats.org/drawingml/2006/main">
              <a:ext uri="{FF2B5EF4-FFF2-40B4-BE49-F238E27FC236}">
                <a16:creationId xmlns:a16="http://schemas.microsoft.com/office/drawing/2014/main" id="{46401805-0602-4705-BE73-8A3E3CE0D1E5}"/>
              </a:ext>
            </a:extLst>
          </p:cNvPr>
          <p:cNvSpPr>
            <a:spLocks xmlns:a="http://schemas.openxmlformats.org/drawingml/2006/main" noGrp="1"/>
          </p:cNvSpPr>
          <p:nvPr/>
        </p:nvSpPr>
        <p:spPr>
          <a:xfrm xmlns:a="http://schemas.openxmlformats.org/drawingml/2006/main">
            <a:off x="5638800" y="4543425"/>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FFT Analysis</a:t>
            </a:r>
          </a:p>
        </p:txBody>
      </p:sp>
      <p:sp>
        <p:nvSpPr>
          <p:cNvPr id="35" name="">
            <a:extLst xmlns:a="http://schemas.openxmlformats.org/drawingml/2006/main">
              <a:ext uri="{FF2B5EF4-FFF2-40B4-BE49-F238E27FC236}">
                <a16:creationId xmlns:a16="http://schemas.microsoft.com/office/drawing/2014/main" id="{7E8FA99B-74DC-445A-BEF4-FD159B625DFD}"/>
              </a:ext>
            </a:extLst>
          </p:cNvPr>
          <p:cNvSpPr>
            <a:spLocks xmlns:a="http://schemas.openxmlformats.org/drawingml/2006/main" noGrp="1"/>
          </p:cNvSpPr>
          <p:nvPr/>
        </p:nvSpPr>
        <p:spPr>
          <a:xfrm xmlns:a="http://schemas.openxmlformats.org/drawingml/2006/main">
            <a:off x="5638800" y="4819650"/>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Candidate: Unbalance</a:t>
            </a:r>
          </a:p>
        </p:txBody>
      </p:sp>
      <p:sp>
        <p:nvSpPr>
          <p:cNvPr id="36" name="">
            <a:extLst xmlns:a="http://schemas.openxmlformats.org/drawingml/2006/main">
              <a:ext uri="{FF2B5EF4-FFF2-40B4-BE49-F238E27FC236}">
                <a16:creationId xmlns:a16="http://schemas.microsoft.com/office/drawing/2014/main" id="{423D1C05-4DF2-4DA8-A751-1EDF1DF6D358}"/>
              </a:ext>
            </a:extLst>
          </p:cNvPr>
          <p:cNvSpPr>
            <a:spLocks xmlns:a="http://schemas.openxmlformats.org/drawingml/2006/main" noGrp="1"/>
          </p:cNvSpPr>
          <p:nvPr/>
        </p:nvSpPr>
        <p:spPr>
          <a:xfrm xmlns:a="http://schemas.openxmlformats.org/drawingml/2006/main">
            <a:off x="5638800" y="5095875"/>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Evidence: 회전 주파수·피크</a:t>
            </a:r>
          </a:p>
        </p:txBody>
      </p:sp>
      <p:sp>
        <p:nvSpPr>
          <p:cNvPr id="37" name="">
            <a:extLst xmlns:a="http://schemas.openxmlformats.org/drawingml/2006/main">
              <a:ext uri="{FF2B5EF4-FFF2-40B4-BE49-F238E27FC236}">
                <a16:creationId xmlns:a16="http://schemas.microsoft.com/office/drawing/2014/main" id="{DCB55B5B-9B49-4A13-B212-C4C6329B958E}"/>
              </a:ext>
            </a:extLst>
          </p:cNvPr>
          <p:cNvSpPr>
            <a:spLocks xmlns:a="http://schemas.openxmlformats.org/drawingml/2006/main" noGrp="1"/>
          </p:cNvSpPr>
          <p:nvPr/>
        </p:nvSpPr>
        <p:spPr>
          <a:xfrm xmlns:a="http://schemas.openxmlformats.org/drawingml/2006/main">
            <a:off x="5638800" y="5372100"/>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r>
              <a:t/>
            </a:r>
          </a:p>
        </p:txBody>
      </p:sp>
      <p:sp>
        <p:nvSpPr>
          <p:cNvPr id="38" name="">
            <a:extLst xmlns:a="http://schemas.openxmlformats.org/drawingml/2006/main">
              <a:ext uri="{FF2B5EF4-FFF2-40B4-BE49-F238E27FC236}">
                <a16:creationId xmlns:a16="http://schemas.microsoft.com/office/drawing/2014/main" id="{2714041B-695E-4D30-9F8A-B56E5ADB18D2}"/>
              </a:ext>
            </a:extLst>
          </p:cNvPr>
          <p:cNvSpPr>
            <a:spLocks xmlns:a="http://schemas.openxmlformats.org/drawingml/2006/main" noGrp="1"/>
          </p:cNvSpPr>
          <p:nvPr/>
        </p:nvSpPr>
        <p:spPr>
          <a:xfrm xmlns:a="http://schemas.openxmlformats.org/drawingml/2006/main">
            <a:off x="5638800" y="5648325"/>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Related History</a:t>
            </a:r>
          </a:p>
        </p:txBody>
      </p:sp>
      <p:sp>
        <p:nvSpPr>
          <p:cNvPr id="39" name="">
            <a:extLst xmlns:a="http://schemas.openxmlformats.org/drawingml/2006/main">
              <a:ext uri="{FF2B5EF4-FFF2-40B4-BE49-F238E27FC236}">
                <a16:creationId xmlns:a16="http://schemas.microsoft.com/office/drawing/2014/main" id="{4400FF4D-64E2-463C-B142-BFFA7D216290}"/>
              </a:ext>
            </a:extLst>
          </p:cNvPr>
          <p:cNvSpPr>
            <a:spLocks xmlns:a="http://schemas.openxmlformats.org/drawingml/2006/main" noGrp="1"/>
          </p:cNvSpPr>
          <p:nvPr/>
        </p:nvSpPr>
        <p:spPr>
          <a:xfrm xmlns:a="http://schemas.openxmlformats.org/drawingml/2006/main">
            <a:off x="5638800" y="5924550"/>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Related cases: 관련 진단 이력</a:t>
            </a:r>
          </a:p>
        </p:txBody>
      </p:sp>
      <p:sp>
        <p:nvSpPr>
          <p:cNvPr id="40" name="">
            <a:extLst xmlns:a="http://schemas.openxmlformats.org/drawingml/2006/main">
              <a:ext uri="{FF2B5EF4-FFF2-40B4-BE49-F238E27FC236}">
                <a16:creationId xmlns:a16="http://schemas.microsoft.com/office/drawing/2014/main" id="{DED71D76-1328-488A-B8C1-2F4AC4E9AA55}"/>
              </a:ext>
            </a:extLst>
          </p:cNvPr>
          <p:cNvSpPr>
            <a:spLocks xmlns:a="http://schemas.openxmlformats.org/drawingml/2006/main" noGrp="1"/>
          </p:cNvSpPr>
          <p:nvPr/>
        </p:nvSpPr>
        <p:spPr>
          <a:xfrm xmlns:a="http://schemas.openxmlformats.org/drawingml/2006/main">
            <a:off x="5638800" y="6200775"/>
            <a:ext cx="350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9435D"/>
                </a:solidFill>
                <a:latin typeface="Noto Sans CJK KR"/>
                <a:ea typeface="Noto Sans CJK KR"/>
                <a:cs typeface="Noto Sans CJK KR"/>
              </a:defRPr>
            </a:pPr>
            <a:r>
              <a:rPr sz="1575" b="0">
                <a:solidFill>
                  <a:srgbClr val="29435D"/>
                </a:solidFill>
                <a:latin typeface="Noto Sans CJK KR"/>
                <a:ea typeface="Noto Sans CJK KR"/>
                <a:cs typeface="Noto Sans CJK KR"/>
              </a:rPr>
              <a:t>- Evidence: 과거 현상·조치 사례</a:t>
            </a:r>
          </a:p>
        </p:txBody>
      </p:sp>
      <p:sp>
        <p:nvSpPr>
          <p:cNvPr id="41" name="">
            <a:extLst xmlns:a="http://schemas.openxmlformats.org/drawingml/2006/main">
              <a:ext uri="{FF2B5EF4-FFF2-40B4-BE49-F238E27FC236}">
                <a16:creationId xmlns:a16="http://schemas.microsoft.com/office/drawing/2014/main" id="{3373CCBF-3547-49CB-BA07-550EBFC5C928}"/>
              </a:ext>
            </a:extLst>
          </p:cNvPr>
          <p:cNvSpPr>
            <a:spLocks xmlns:a="http://schemas.openxmlformats.org/drawingml/2006/main" noGrp="1"/>
          </p:cNvSpPr>
          <p:nvPr/>
        </p:nvSpPr>
        <p:spPr>
          <a:xfrm xmlns:a="http://schemas.openxmlformats.org/drawingml/2006/main">
            <a:off x="9829800" y="2352675"/>
            <a:ext cx="4800600" cy="4572000"/>
          </a:xfrm>
          <a:prstGeom xmlns:a="http://schemas.openxmlformats.org/drawingml/2006/main" prst="roundRect">
            <a:avLst>
              <a:gd name="adj" fmla="val 2083"/>
            </a:avLst>
          </a:prstGeom>
          <a:solidFill xmlns:a="http://schemas.openxmlformats.org/drawingml/2006/main">
            <a:srgbClr val="102D50"/>
          </a:solidFill>
          <a:ln xmlns:a="http://schemas.openxmlformats.org/drawingml/2006/main" w="12383">
            <a:solidFill>
              <a:srgbClr val="102D50"/>
            </a:solidFill>
          </a:ln>
        </p:spPr>
      </p:sp>
      <p:cxnSp>
        <p:nvCxnSpPr>
          <p:cNvPr id="94" name=""/>
          <p:cNvCxnSpPr>
            <a:stCxn xmlns:a="http://schemas.openxmlformats.org/drawingml/2006/main" id="24" idx="3"/>
            <a:endCxn xmlns:a="http://schemas.openxmlformats.org/drawingml/2006/main" id="41" idx="1"/>
          </p:cNvCxnSpPr>
          <p:nvPr/>
        </p:nvCxnSpPr>
        <p:spPr>
          <a:xfrm xmlns:a="http://schemas.openxmlformats.org/drawingml/2006/main">
            <a:off x="9372600" y="4638675"/>
            <a:ext cx="4572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sp>
        <p:nvSpPr>
          <p:cNvPr id="43" name="">
            <a:extLst xmlns:a="http://schemas.openxmlformats.org/drawingml/2006/main">
              <a:ext uri="{FF2B5EF4-FFF2-40B4-BE49-F238E27FC236}">
                <a16:creationId xmlns:a16="http://schemas.microsoft.com/office/drawing/2014/main" id="{599FD787-AF55-487E-A45C-867036BECABB}"/>
              </a:ext>
            </a:extLst>
          </p:cNvPr>
          <p:cNvSpPr>
            <a:spLocks xmlns:a="http://schemas.openxmlformats.org/drawingml/2006/main" noGrp="1"/>
          </p:cNvSpPr>
          <p:nvPr/>
        </p:nvSpPr>
        <p:spPr>
          <a:xfrm xmlns:a="http://schemas.openxmlformats.org/drawingml/2006/main">
            <a:off x="10115550" y="2619375"/>
            <a:ext cx="422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FFFFF"/>
                </a:solidFill>
                <a:latin typeface="Noto Sans CJK KR"/>
                <a:ea typeface="Noto Sans CJK KR"/>
                <a:cs typeface="Noto Sans CJK KR"/>
              </a:defRPr>
            </a:pPr>
            <a:r>
              <a:rPr sz="2325" b="1">
                <a:solidFill>
                  <a:srgbClr val="FFFFFF"/>
                </a:solidFill>
                <a:latin typeface="Noto Sans CJK KR"/>
                <a:ea typeface="Noto Sans CJK KR"/>
                <a:cs typeface="Noto Sans CJK KR"/>
              </a:rPr>
              <a:t>근거 기반 종합 진단</a:t>
            </a:r>
          </a:p>
        </p:txBody>
      </p:sp>
      <p:sp>
        <p:nvSpPr>
          <p:cNvPr id="44" name="">
            <a:extLst xmlns:a="http://schemas.openxmlformats.org/drawingml/2006/main">
              <a:ext uri="{FF2B5EF4-FFF2-40B4-BE49-F238E27FC236}">
                <a16:creationId xmlns:a16="http://schemas.microsoft.com/office/drawing/2014/main" id="{B706E533-6F69-4780-9F98-14A71BFDC9EA}"/>
              </a:ext>
            </a:extLst>
          </p:cNvPr>
          <p:cNvSpPr>
            <a:spLocks xmlns:a="http://schemas.openxmlformats.org/drawingml/2006/main" noGrp="1"/>
          </p:cNvSpPr>
          <p:nvPr/>
        </p:nvSpPr>
        <p:spPr>
          <a:xfrm xmlns:a="http://schemas.openxmlformats.org/drawingml/2006/main">
            <a:off x="10115550" y="3467100"/>
            <a:ext cx="4229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FFFFF"/>
                </a:solidFill>
                <a:latin typeface="Noto Sans CJK KR"/>
                <a:ea typeface="Noto Sans CJK KR"/>
                <a:cs typeface="Noto Sans CJK KR"/>
              </a:defRPr>
            </a:pPr>
            <a:r>
              <a:rPr sz="1950" b="0">
                <a:solidFill>
                  <a:srgbClr val="FFFFFF"/>
                </a:solidFill>
                <a:latin typeface="Noto Sans CJK KR"/>
                <a:ea typeface="Noto Sans CJK KR"/>
                <a:cs typeface="Noto Sans CJK KR"/>
              </a:rPr>
              <a:t>설비 상태 종합 요약</a:t>
            </a:r>
          </a:p>
        </p:txBody>
      </p:sp>
      <p:sp>
        <p:nvSpPr>
          <p:cNvPr id="45" name="">
            <a:extLst xmlns:a="http://schemas.openxmlformats.org/drawingml/2006/main">
              <a:ext uri="{FF2B5EF4-FFF2-40B4-BE49-F238E27FC236}">
                <a16:creationId xmlns:a16="http://schemas.microsoft.com/office/drawing/2014/main" id="{58C5D9E8-D622-404C-B0B7-FE48DCDFBCD5}"/>
              </a:ext>
            </a:extLst>
          </p:cNvPr>
          <p:cNvSpPr>
            <a:spLocks xmlns:a="http://schemas.openxmlformats.org/drawingml/2006/main" noGrp="1"/>
          </p:cNvSpPr>
          <p:nvPr/>
        </p:nvSpPr>
        <p:spPr>
          <a:xfrm xmlns:a="http://schemas.openxmlformats.org/drawingml/2006/main">
            <a:off x="10115550" y="4010025"/>
            <a:ext cx="4229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FFFFF"/>
                </a:solidFill>
                <a:latin typeface="Noto Sans CJK KR"/>
                <a:ea typeface="Noto Sans CJK KR"/>
                <a:cs typeface="Noto Sans CJK KR"/>
              </a:defRPr>
            </a:pPr>
            <a:r>
              <a:rPr sz="1950" b="0">
                <a:solidFill>
                  <a:srgbClr val="FFFFFF"/>
                </a:solidFill>
                <a:latin typeface="Noto Sans CJK KR"/>
                <a:ea typeface="Noto Sans CJK KR"/>
                <a:cs typeface="Noto Sans CJK KR"/>
              </a:rPr>
              <a:t>가능한 이상 원인과 근거</a:t>
            </a:r>
          </a:p>
        </p:txBody>
      </p:sp>
      <p:sp>
        <p:nvSpPr>
          <p:cNvPr id="46" name="">
            <a:extLst xmlns:a="http://schemas.openxmlformats.org/drawingml/2006/main">
              <a:ext uri="{FF2B5EF4-FFF2-40B4-BE49-F238E27FC236}">
                <a16:creationId xmlns:a16="http://schemas.microsoft.com/office/drawing/2014/main" id="{E9A9962A-FD05-4C6C-A54A-7A873C672538}"/>
              </a:ext>
            </a:extLst>
          </p:cNvPr>
          <p:cNvSpPr>
            <a:spLocks xmlns:a="http://schemas.openxmlformats.org/drawingml/2006/main" noGrp="1"/>
          </p:cNvSpPr>
          <p:nvPr/>
        </p:nvSpPr>
        <p:spPr>
          <a:xfrm xmlns:a="http://schemas.openxmlformats.org/drawingml/2006/main">
            <a:off x="10115550" y="4552950"/>
            <a:ext cx="4229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FFFFF"/>
                </a:solidFill>
                <a:latin typeface="Noto Sans CJK KR"/>
                <a:ea typeface="Noto Sans CJK KR"/>
                <a:cs typeface="Noto Sans CJK KR"/>
              </a:defRPr>
            </a:pPr>
            <a:r>
              <a:rPr sz="1950" b="0">
                <a:solidFill>
                  <a:srgbClr val="FFFFFF"/>
                </a:solidFill>
                <a:latin typeface="Noto Sans CJK KR"/>
                <a:ea typeface="Noto Sans CJK KR"/>
                <a:cs typeface="Noto Sans CJK KR"/>
              </a:rPr>
              <a:t>다른 원인의 반증·불확실성</a:t>
            </a:r>
          </a:p>
        </p:txBody>
      </p:sp>
      <p:sp>
        <p:nvSpPr>
          <p:cNvPr id="47" name="">
            <a:extLst xmlns:a="http://schemas.openxmlformats.org/drawingml/2006/main">
              <a:ext uri="{FF2B5EF4-FFF2-40B4-BE49-F238E27FC236}">
                <a16:creationId xmlns:a16="http://schemas.microsoft.com/office/drawing/2014/main" id="{224BA331-BD0D-4F02-A1AF-96E244B00AE2}"/>
              </a:ext>
            </a:extLst>
          </p:cNvPr>
          <p:cNvSpPr>
            <a:spLocks xmlns:a="http://schemas.openxmlformats.org/drawingml/2006/main" noGrp="1"/>
          </p:cNvSpPr>
          <p:nvPr/>
        </p:nvSpPr>
        <p:spPr>
          <a:xfrm xmlns:a="http://schemas.openxmlformats.org/drawingml/2006/main">
            <a:off x="10115550" y="5095875"/>
            <a:ext cx="4229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FFFFF"/>
                </a:solidFill>
                <a:latin typeface="Noto Sans CJK KR"/>
                <a:ea typeface="Noto Sans CJK KR"/>
                <a:cs typeface="Noto Sans CJK KR"/>
              </a:defRPr>
            </a:pPr>
            <a:r>
              <a:rPr sz="1950" b="0">
                <a:solidFill>
                  <a:srgbClr val="FFFFFF"/>
                </a:solidFill>
                <a:latin typeface="Noto Sans CJK KR"/>
                <a:ea typeface="Noto Sans CJK KR"/>
                <a:cs typeface="Noto Sans CJK KR"/>
              </a:rPr>
              <a:t>우선 점검 권고사항</a:t>
            </a:r>
          </a:p>
        </p:txBody>
      </p:sp>
      <p:sp>
        <p:nvSpPr>
          <p:cNvPr id="48" name="">
            <a:extLst xmlns:a="http://schemas.openxmlformats.org/drawingml/2006/main">
              <a:ext uri="{FF2B5EF4-FFF2-40B4-BE49-F238E27FC236}">
                <a16:creationId xmlns:a16="http://schemas.microsoft.com/office/drawing/2014/main" id="{FF0EC85D-48E4-4071-920C-10181FE3EA67}"/>
              </a:ext>
            </a:extLst>
          </p:cNvPr>
          <p:cNvSpPr>
            <a:spLocks xmlns:a="http://schemas.openxmlformats.org/drawingml/2006/main" noGrp="1"/>
          </p:cNvSpPr>
          <p:nvPr/>
        </p:nvSpPr>
        <p:spPr>
          <a:xfrm xmlns:a="http://schemas.openxmlformats.org/drawingml/2006/main">
            <a:off x="10115550" y="5915025"/>
            <a:ext cx="4229100" cy="714375"/>
          </a:xfrm>
          <a:prstGeom xmlns:a="http://schemas.openxmlformats.org/drawingml/2006/main" prst="roundRect">
            <a:avLst>
              <a:gd name="adj" fmla="val 10667"/>
            </a:avLst>
          </a:prstGeom>
          <a:solidFill xmlns:a="http://schemas.openxmlformats.org/drawingml/2006/main">
            <a:srgbClr val="1B436F"/>
          </a:solidFill>
          <a:ln xmlns:a="http://schemas.openxmlformats.org/drawingml/2006/main" w="12383">
            <a:solidFill>
              <a:srgbClr val="487399"/>
            </a:solidFill>
          </a:ln>
        </p:spPr>
      </p:sp>
      <p:sp>
        <p:nvSpPr>
          <p:cNvPr id="49" name="">
            <a:extLst xmlns:a="http://schemas.openxmlformats.org/drawingml/2006/main">
              <a:ext uri="{FF2B5EF4-FFF2-40B4-BE49-F238E27FC236}">
                <a16:creationId xmlns:a16="http://schemas.microsoft.com/office/drawing/2014/main" id="{16DB82DC-872B-433C-A2D1-D4D150ADDD98}"/>
              </a:ext>
            </a:extLst>
          </p:cNvPr>
          <p:cNvSpPr>
            <a:spLocks xmlns:a="http://schemas.openxmlformats.org/drawingml/2006/main" noGrp="1"/>
          </p:cNvSpPr>
          <p:nvPr/>
        </p:nvSpPr>
        <p:spPr>
          <a:xfrm xmlns:a="http://schemas.openxmlformats.org/drawingml/2006/main">
            <a:off x="10306050" y="6010275"/>
            <a:ext cx="3848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DCEAFE"/>
                </a:solidFill>
                <a:latin typeface="Noto Sans CJK KR"/>
                <a:ea typeface="Noto Sans CJK KR"/>
                <a:cs typeface="Noto Sans CJK KR"/>
              </a:defRPr>
            </a:pPr>
            <a:r>
              <a:rPr sz="1725" b="1">
                <a:solidFill>
                  <a:srgbClr val="DCEAFE"/>
                </a:solidFill>
                <a:latin typeface="Noto Sans CJK KR"/>
                <a:ea typeface="Noto Sans CJK KR"/>
                <a:cs typeface="Noto Sans CJK KR"/>
              </a:rPr>
              <a:t>원인 후보를 제시하고</a:t>
            </a:r>
          </a:p>
          <a:p xmlns:a="http://schemas.openxmlformats.org/drawingml/2006/main">
            <a:pPr algn="ctr">
              <a:defRPr sz="1725" b="1">
                <a:solidFill>
                  <a:srgbClr val="DCEAFE"/>
                </a:solidFill>
                <a:latin typeface="Noto Sans CJK KR"/>
                <a:ea typeface="Noto Sans CJK KR"/>
                <a:cs typeface="Noto Sans CJK KR"/>
              </a:defRPr>
            </a:pPr>
            <a:r>
              <a:rPr sz="1725" b="1">
                <a:solidFill>
                  <a:srgbClr val="DCEAFE"/>
                </a:solidFill>
                <a:latin typeface="Noto Sans CJK KR"/>
                <a:ea typeface="Noto Sans CJK KR"/>
                <a:cs typeface="Noto Sans CJK KR"/>
              </a:rPr>
              <a:t>현장 엔지니어가 최종 검토</a:t>
            </a:r>
          </a:p>
        </p:txBody>
      </p:sp>
      <p:sp>
        <p:nvSpPr>
          <p:cNvPr id="50" name="">
            <a:extLst xmlns:a="http://schemas.openxmlformats.org/drawingml/2006/main">
              <a:ext uri="{FF2B5EF4-FFF2-40B4-BE49-F238E27FC236}">
                <a16:creationId xmlns:a16="http://schemas.microsoft.com/office/drawing/2014/main" id="{4B152BE8-3EB7-4B8F-9FF9-9134F35AB15C}"/>
              </a:ext>
            </a:extLst>
          </p:cNvPr>
          <p:cNvSpPr>
            <a:spLocks xmlns:a="http://schemas.openxmlformats.org/drawingml/2006/main" noGrp="1"/>
          </p:cNvSpPr>
          <p:nvPr/>
        </p:nvSpPr>
        <p:spPr>
          <a:xfrm xmlns:a="http://schemas.openxmlformats.org/drawingml/2006/main">
            <a:off x="5410200" y="7038975"/>
            <a:ext cx="9220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0748A"/>
                </a:solidFill>
                <a:latin typeface="Noto Sans CJK KR"/>
                <a:ea typeface="Noto Sans CJK KR"/>
                <a:cs typeface="Noto Sans CJK KR"/>
              </a:defRPr>
            </a:pPr>
            <a:r>
              <a:rPr sz="1425" b="0">
                <a:solidFill>
                  <a:srgbClr val="60748A"/>
                </a:solidFill>
                <a:latin typeface="Noto Sans CJK KR"/>
                <a:ea typeface="Noto Sans CJK KR"/>
                <a:cs typeface="Noto Sans CJK KR"/>
              </a:rPr>
              <a:t>구조 설명용 예시이며 실제 설비 진단 결과가 아님</a:t>
            </a:r>
          </a:p>
        </p:txBody>
      </p:sp>
      <p:sp>
        <p:nvSpPr>
          <p:cNvPr id="51" name="">
            <a:extLst xmlns:a="http://schemas.openxmlformats.org/drawingml/2006/main">
              <a:ext uri="{FF2B5EF4-FFF2-40B4-BE49-F238E27FC236}">
                <a16:creationId xmlns:a16="http://schemas.microsoft.com/office/drawing/2014/main" id="{8236D7F6-8EC3-45E8-95F9-2122D1AEFBE5}"/>
              </a:ext>
            </a:extLst>
          </p:cNvPr>
          <p:cNvSpPr>
            <a:spLocks xmlns:a="http://schemas.openxmlformats.org/drawingml/2006/main" noGrp="1"/>
          </p:cNvSpPr>
          <p:nvPr/>
        </p:nvSpPr>
        <p:spPr>
          <a:xfrm xmlns:a="http://schemas.openxmlformats.org/drawingml/2006/main">
            <a:off x="609600" y="7524750"/>
            <a:ext cx="14020800" cy="523875"/>
          </a:xfrm>
          <a:prstGeom xmlns:a="http://schemas.openxmlformats.org/drawingml/2006/main" prst="roundRect">
            <a:avLst>
              <a:gd name="adj" fmla="val 14545"/>
            </a:avLst>
          </a:prstGeom>
          <a:solidFill xmlns:a="http://schemas.openxmlformats.org/drawingml/2006/main">
            <a:srgbClr val="F1F5FA"/>
          </a:solidFill>
          <a:ln xmlns:a="http://schemas.openxmlformats.org/drawingml/2006/main" w="12383">
            <a:solidFill>
              <a:srgbClr val="F1F5FA"/>
            </a:solidFill>
          </a:ln>
        </p:spPr>
      </p:sp>
      <p:sp>
        <p:nvSpPr>
          <p:cNvPr id="52" name="">
            <a:extLst xmlns:a="http://schemas.openxmlformats.org/drawingml/2006/main">
              <a:ext uri="{FF2B5EF4-FFF2-40B4-BE49-F238E27FC236}">
                <a16:creationId xmlns:a16="http://schemas.microsoft.com/office/drawing/2014/main" id="{F55BFE14-3547-4A96-991C-3174BDEC296B}"/>
              </a:ext>
            </a:extLst>
          </p:cNvPr>
          <p:cNvSpPr>
            <a:spLocks xmlns:a="http://schemas.openxmlformats.org/drawingml/2006/main" noGrp="1"/>
          </p:cNvSpPr>
          <p:nvPr/>
        </p:nvSpPr>
        <p:spPr>
          <a:xfrm xmlns:a="http://schemas.openxmlformats.org/drawingml/2006/main">
            <a:off x="838200" y="7620000"/>
            <a:ext cx="1356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02D50"/>
                </a:solidFill>
                <a:latin typeface="Noto Sans CJK KR"/>
                <a:ea typeface="Noto Sans CJK KR"/>
                <a:cs typeface="Noto Sans CJK KR"/>
              </a:defRPr>
            </a:pPr>
            <a:r>
              <a:rPr sz="1950" b="1">
                <a:solidFill>
                  <a:srgbClr val="102D50"/>
                </a:solidFill>
                <a:latin typeface="Noto Sans CJK KR"/>
                <a:ea typeface="Noto Sans CJK KR"/>
                <a:cs typeface="Noto Sans CJK KR"/>
              </a:rPr>
              <a:t>개별 데이터 조회·이해 부담을 줄이고, 전문 영역에서 정리한 진단 근거로 최종 판단에 집중</a:t>
            </a:r>
          </a:p>
        </p:txBody>
      </p:sp>
    </p:spTree>
    <p:extLst>
      <p:ext uri="{BB962C8B-B14F-4D97-AF65-F5344CB8AC3E}">
        <p14:creationId xmlns:p14="http://schemas.microsoft.com/office/powerpoint/2010/main" val="5059176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5AFAA874-F3FC-46FE-A610-F27C26CE7E74}"/>
              </a:ext>
            </a:extLst>
          </p:cNvPr>
          <p:cNvSpPr>
            <a:spLocks xmlns:a="http://schemas.openxmlformats.org/drawingml/2006/main" noGrp="1"/>
          </p:cNvSpPr>
          <p:nvPr/>
        </p:nvSpPr>
        <p:spPr>
          <a:xfrm xmlns:a="http://schemas.openxmlformats.org/drawingml/2006/main">
            <a:off x="609600" y="400050"/>
            <a:ext cx="76200" cy="523875"/>
          </a:xfrm>
          <a:prstGeom xmlns:a="http://schemas.openxmlformats.org/drawingml/2006/main" prst="rect">
            <a:avLst/>
          </a:prstGeom>
          <a:solidFill xmlns:a="http://schemas.openxmlformats.org/drawingml/2006/main">
            <a:srgbClr val="1769D2"/>
          </a:solidFill>
          <a:ln xmlns:a="http://schemas.openxmlformats.org/drawingml/2006/main" w="12383">
            <a:solidFill>
              <a:srgbClr val="1769D2"/>
            </a:solidFill>
          </a:ln>
        </p:spPr>
      </p:sp>
      <p:sp>
        <p:nvSpPr>
          <p:cNvPr id="2" name="">
            <a:extLst xmlns:a="http://schemas.openxmlformats.org/drawingml/2006/main">
              <a:ext uri="{FF2B5EF4-FFF2-40B4-BE49-F238E27FC236}">
                <a16:creationId xmlns:a16="http://schemas.microsoft.com/office/drawing/2014/main" id="{C89C2813-5E92-4A24-B78B-B4D12F7E21CF}"/>
              </a:ext>
            </a:extLst>
          </p:cNvPr>
          <p:cNvSpPr>
            <a:spLocks xmlns:a="http://schemas.openxmlformats.org/drawingml/2006/main" noGrp="1"/>
          </p:cNvSpPr>
          <p:nvPr/>
        </p:nvSpPr>
        <p:spPr>
          <a:xfrm xmlns:a="http://schemas.openxmlformats.org/drawingml/2006/main">
            <a:off x="876300" y="371475"/>
            <a:ext cx="1371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02D50"/>
                </a:solidFill>
                <a:latin typeface="Noto Sans CJK KR"/>
                <a:ea typeface="Noto Sans CJK KR"/>
                <a:cs typeface="Noto Sans CJK KR"/>
              </a:defRPr>
            </a:pPr>
            <a:r>
              <a:rPr sz="3225" b="1">
                <a:solidFill>
                  <a:srgbClr val="102D50"/>
                </a:solidFill>
                <a:latin typeface="Noto Sans CJK KR"/>
                <a:ea typeface="Noto Sans CJK KR"/>
                <a:cs typeface="Noto Sans CJK KR"/>
              </a:rPr>
              <a:t>AI 분석 품질 유지와 응답 성능 개선을 위한 최적화</a:t>
            </a:r>
          </a:p>
        </p:txBody>
      </p:sp>
      <p:sp>
        <p:nvSpPr>
          <p:cNvPr id="3" name="">
            <a:extLst xmlns:a="http://schemas.openxmlformats.org/drawingml/2006/main">
              <a:ext uri="{FF2B5EF4-FFF2-40B4-BE49-F238E27FC236}">
                <a16:creationId xmlns:a16="http://schemas.microsoft.com/office/drawing/2014/main" id="{2C896613-8E25-4885-BDF7-6695E5D2043F}"/>
              </a:ext>
            </a:extLst>
          </p:cNvPr>
          <p:cNvSpPr>
            <a:spLocks xmlns:a="http://schemas.openxmlformats.org/drawingml/2006/main" noGrp="1"/>
          </p:cNvSpPr>
          <p:nvPr/>
        </p:nvSpPr>
        <p:spPr>
          <a:xfrm xmlns:a="http://schemas.openxmlformats.org/drawingml/2006/main">
            <a:off x="609600" y="111442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60748A"/>
                </a:solidFill>
                <a:latin typeface="Noto Sans CJK KR"/>
                <a:ea typeface="Noto Sans CJK KR"/>
                <a:cs typeface="Noto Sans CJK KR"/>
              </a:defRPr>
            </a:pPr>
            <a:r>
              <a:rPr sz="1875" b="0">
                <a:solidFill>
                  <a:srgbClr val="60748A"/>
                </a:solidFill>
                <a:latin typeface="Noto Sans CJK KR"/>
                <a:ea typeface="Noto Sans CJK KR"/>
                <a:cs typeface="Noto Sans CJK KR"/>
              </a:rPr>
              <a:t>사전 분석·선택적 호출·병렬 처리·캐싱으로 반복 연산과 LLM 호출 부담을 최소화</a:t>
            </a:r>
          </a:p>
        </p:txBody>
      </p:sp>
      <p:sp>
        <p:nvSpPr>
          <p:cNvPr id="4" name="">
            <a:extLst xmlns:a="http://schemas.openxmlformats.org/drawingml/2006/main">
              <a:ext uri="{FF2B5EF4-FFF2-40B4-BE49-F238E27FC236}">
                <a16:creationId xmlns:a16="http://schemas.microsoft.com/office/drawing/2014/main" id="{EF59E8EE-7354-4F56-A1B0-629D0558B013}"/>
              </a:ext>
            </a:extLst>
          </p:cNvPr>
          <p:cNvSpPr>
            <a:spLocks xmlns:a="http://schemas.openxmlformats.org/drawingml/2006/main" noGrp="1"/>
          </p:cNvSpPr>
          <p:nvPr/>
        </p:nvSpPr>
        <p:spPr>
          <a:xfrm xmlns:a="http://schemas.openxmlformats.org/drawingml/2006/main">
            <a:off x="609600" y="82391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0748A"/>
                </a:solidFill>
                <a:latin typeface="Noto Sans CJK KR"/>
                <a:ea typeface="Noto Sans CJK KR"/>
                <a:cs typeface="Noto Sans CJK KR"/>
              </a:defRPr>
            </a:pPr>
            <a:r>
              <a:rPr sz="1200" b="0">
                <a:solidFill>
                  <a:srgbClr val="60748A"/>
                </a:solidFill>
                <a:latin typeface="Noto Sans CJK KR"/>
                <a:ea typeface="Noto Sans CJK KR"/>
                <a:cs typeface="Noto Sans CJK KR"/>
              </a:rPr>
              <a:t>CMS AI AGENT</a:t>
            </a:r>
          </a:p>
        </p:txBody>
      </p:sp>
      <p:sp>
        <p:nvSpPr>
          <p:cNvPr id="5" name="">
            <a:extLst xmlns:a="http://schemas.openxmlformats.org/drawingml/2006/main">
              <a:ext uri="{FF2B5EF4-FFF2-40B4-BE49-F238E27FC236}">
                <a16:creationId xmlns:a16="http://schemas.microsoft.com/office/drawing/2014/main" id="{AEA5B7F4-DE19-44F5-8262-258D46A11955}"/>
              </a:ext>
            </a:extLst>
          </p:cNvPr>
          <p:cNvSpPr>
            <a:spLocks xmlns:a="http://schemas.openxmlformats.org/drawingml/2006/main" noGrp="1"/>
          </p:cNvSpPr>
          <p:nvPr/>
        </p:nvSpPr>
        <p:spPr>
          <a:xfrm xmlns:a="http://schemas.openxmlformats.org/drawingml/2006/main">
            <a:off x="14097000" y="8143875"/>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04</a:t>
            </a:r>
          </a:p>
        </p:txBody>
      </p:sp>
      <p:sp>
        <p:nvSpPr>
          <p:cNvPr id="6" name="">
            <a:extLst xmlns:a="http://schemas.openxmlformats.org/drawingml/2006/main">
              <a:ext uri="{FF2B5EF4-FFF2-40B4-BE49-F238E27FC236}">
                <a16:creationId xmlns:a16="http://schemas.microsoft.com/office/drawing/2014/main" id="{28B25C01-247D-4D7A-956B-9834EFD9E181}"/>
              </a:ext>
            </a:extLst>
          </p:cNvPr>
          <p:cNvSpPr>
            <a:spLocks xmlns:a="http://schemas.openxmlformats.org/drawingml/2006/main" noGrp="1"/>
          </p:cNvSpPr>
          <p:nvPr/>
        </p:nvSpPr>
        <p:spPr>
          <a:xfrm xmlns:a="http://schemas.openxmlformats.org/drawingml/2006/main">
            <a:off x="609600" y="1790700"/>
            <a:ext cx="6858000" cy="1990725"/>
          </a:xfrm>
          <a:prstGeom xmlns:a="http://schemas.openxmlformats.org/drawingml/2006/main" prst="roundRect">
            <a:avLst>
              <a:gd name="adj" fmla="val 4785"/>
            </a:avLst>
          </a:prstGeom>
          <a:solidFill xmlns:a="http://schemas.openxmlformats.org/drawingml/2006/main">
            <a:srgbClr val="F4F8FD"/>
          </a:solidFill>
          <a:ln xmlns:a="http://schemas.openxmlformats.org/drawingml/2006/main" w="12383">
            <a:solidFill>
              <a:srgbClr val="CEDBE8"/>
            </a:solidFill>
          </a:ln>
        </p:spPr>
      </p:sp>
      <p:sp>
        <p:nvSpPr>
          <p:cNvPr id="7" name="">
            <a:extLst xmlns:a="http://schemas.openxmlformats.org/drawingml/2006/main">
              <a:ext uri="{FF2B5EF4-FFF2-40B4-BE49-F238E27FC236}">
                <a16:creationId xmlns:a16="http://schemas.microsoft.com/office/drawing/2014/main" id="{943F75B9-5195-4263-A791-BBF79E28307F}"/>
              </a:ext>
            </a:extLst>
          </p:cNvPr>
          <p:cNvSpPr>
            <a:spLocks xmlns:a="http://schemas.openxmlformats.org/drawingml/2006/main" noGrp="1"/>
          </p:cNvSpPr>
          <p:nvPr/>
        </p:nvSpPr>
        <p:spPr>
          <a:xfrm xmlns:a="http://schemas.openxmlformats.org/drawingml/2006/main">
            <a:off x="828675" y="1924050"/>
            <a:ext cx="6419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769D2"/>
                </a:solidFill>
                <a:latin typeface="Noto Sans CJK KR"/>
                <a:ea typeface="Noto Sans CJK KR"/>
                <a:cs typeface="Noto Sans CJK KR"/>
              </a:defRPr>
            </a:pPr>
            <a:r>
              <a:rPr sz="2175" b="1">
                <a:solidFill>
                  <a:srgbClr val="1769D2"/>
                </a:solidFill>
                <a:latin typeface="Noto Sans CJK KR"/>
                <a:ea typeface="Noto Sans CJK KR"/>
                <a:cs typeface="Noto Sans CJK KR"/>
              </a:rPr>
              <a:t>① Prefetch</a:t>
            </a:r>
          </a:p>
        </p:txBody>
      </p:sp>
      <p:sp>
        <p:nvSpPr>
          <p:cNvPr id="8" name="">
            <a:extLst xmlns:a="http://schemas.openxmlformats.org/drawingml/2006/main">
              <a:ext uri="{FF2B5EF4-FFF2-40B4-BE49-F238E27FC236}">
                <a16:creationId xmlns:a16="http://schemas.microsoft.com/office/drawing/2014/main" id="{566C0770-2EE5-41F7-A901-8639D03803A6}"/>
              </a:ext>
            </a:extLst>
          </p:cNvPr>
          <p:cNvSpPr>
            <a:spLocks xmlns:a="http://schemas.openxmlformats.org/drawingml/2006/main" noGrp="1"/>
          </p:cNvSpPr>
          <p:nvPr/>
        </p:nvSpPr>
        <p:spPr>
          <a:xfrm xmlns:a="http://schemas.openxmlformats.org/drawingml/2006/main">
            <a:off x="828675" y="2305050"/>
            <a:ext cx="641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02D50"/>
                </a:solidFill>
                <a:latin typeface="Noto Sans CJK KR"/>
                <a:ea typeface="Noto Sans CJK KR"/>
                <a:cs typeface="Noto Sans CJK KR"/>
              </a:defRPr>
            </a:pPr>
            <a:r>
              <a:rPr sz="1725" b="1">
                <a:solidFill>
                  <a:srgbClr val="102D50"/>
                </a:solidFill>
                <a:latin typeface="Noto Sans CJK KR"/>
                <a:ea typeface="Noto Sans CJK KR"/>
                <a:cs typeface="Noto Sans CJK KR"/>
              </a:rPr>
              <a:t>분석 근거 사전 구성</a:t>
            </a:r>
          </a:p>
        </p:txBody>
      </p:sp>
      <p:sp>
        <p:nvSpPr>
          <p:cNvPr id="9" name="">
            <a:extLst xmlns:a="http://schemas.openxmlformats.org/drawingml/2006/main">
              <a:ext uri="{FF2B5EF4-FFF2-40B4-BE49-F238E27FC236}">
                <a16:creationId xmlns:a16="http://schemas.microsoft.com/office/drawing/2014/main" id="{6A707AD4-D4A9-4093-AE63-6AC604E97C43}"/>
              </a:ext>
            </a:extLst>
          </p:cNvPr>
          <p:cNvSpPr>
            <a:spLocks xmlns:a="http://schemas.openxmlformats.org/drawingml/2006/main" noGrp="1"/>
          </p:cNvSpPr>
          <p:nvPr/>
        </p:nvSpPr>
        <p:spPr>
          <a:xfrm xmlns:a="http://schemas.openxmlformats.org/drawingml/2006/main">
            <a:off x="828675" y="2647950"/>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최근 90일 Trend 통계 / FFT 이력·주요 피크</a:t>
            </a:r>
          </a:p>
        </p:txBody>
      </p:sp>
      <p:sp>
        <p:nvSpPr>
          <p:cNvPr id="10" name="">
            <a:extLst xmlns:a="http://schemas.openxmlformats.org/drawingml/2006/main">
              <a:ext uri="{FF2B5EF4-FFF2-40B4-BE49-F238E27FC236}">
                <a16:creationId xmlns:a16="http://schemas.microsoft.com/office/drawing/2014/main" id="{90AAAFB3-6508-48D6-A112-67B7B038A16B}"/>
              </a:ext>
            </a:extLst>
          </p:cNvPr>
          <p:cNvSpPr>
            <a:spLocks xmlns:a="http://schemas.openxmlformats.org/drawingml/2006/main" noGrp="1"/>
          </p:cNvSpPr>
          <p:nvPr/>
        </p:nvSpPr>
        <p:spPr>
          <a:xfrm xmlns:a="http://schemas.openxmlformats.org/drawingml/2006/main">
            <a:off x="828675" y="2924175"/>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최근 7일 FFT 진단 상태 / 관련 과거 이력 검색</a:t>
            </a:r>
          </a:p>
        </p:txBody>
      </p:sp>
      <p:sp>
        <p:nvSpPr>
          <p:cNvPr id="11" name="">
            <a:extLst xmlns:a="http://schemas.openxmlformats.org/drawingml/2006/main">
              <a:ext uri="{FF2B5EF4-FFF2-40B4-BE49-F238E27FC236}">
                <a16:creationId xmlns:a16="http://schemas.microsoft.com/office/drawing/2014/main" id="{F66BAC44-A6FA-4D00-821C-3F62BE3D2299}"/>
              </a:ext>
            </a:extLst>
          </p:cNvPr>
          <p:cNvSpPr>
            <a:spLocks xmlns:a="http://schemas.openxmlformats.org/drawingml/2006/main" noGrp="1"/>
          </p:cNvSpPr>
          <p:nvPr/>
        </p:nvSpPr>
        <p:spPr>
          <a:xfrm xmlns:a="http://schemas.openxmlformats.org/drawingml/2006/main">
            <a:off x="828675" y="3200400"/>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원본 배열 대신 압축된 근거 제공</a:t>
            </a:r>
          </a:p>
        </p:txBody>
      </p:sp>
      <p:sp>
        <p:nvSpPr>
          <p:cNvPr id="12" name="">
            <a:extLst xmlns:a="http://schemas.openxmlformats.org/drawingml/2006/main">
              <a:ext uri="{FF2B5EF4-FFF2-40B4-BE49-F238E27FC236}">
                <a16:creationId xmlns:a16="http://schemas.microsoft.com/office/drawing/2014/main" id="{9E3D208B-5DB5-49C5-BA41-D8B842D6602E}"/>
              </a:ext>
            </a:extLst>
          </p:cNvPr>
          <p:cNvSpPr>
            <a:spLocks xmlns:a="http://schemas.openxmlformats.org/drawingml/2006/main" noGrp="1"/>
          </p:cNvSpPr>
          <p:nvPr/>
        </p:nvSpPr>
        <p:spPr>
          <a:xfrm xmlns:a="http://schemas.openxmlformats.org/drawingml/2006/main">
            <a:off x="828675" y="3486150"/>
            <a:ext cx="6419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769D2"/>
                </a:solidFill>
                <a:latin typeface="Noto Sans CJK KR"/>
                <a:ea typeface="Noto Sans CJK KR"/>
                <a:cs typeface="Noto Sans CJK KR"/>
              </a:defRPr>
            </a:pPr>
            <a:r>
              <a:rPr sz="1575" b="1">
                <a:solidFill>
                  <a:srgbClr val="1769D2"/>
                </a:solidFill>
                <a:latin typeface="Noto Sans CJK KR"/>
                <a:ea typeface="Noto Sans CJK KR"/>
                <a:cs typeface="Noto Sans CJK KR"/>
              </a:rPr>
              <a:t>초기 분석에 필요한 Tool 호출 최소화</a:t>
            </a:r>
          </a:p>
        </p:txBody>
      </p:sp>
      <p:sp>
        <p:nvSpPr>
          <p:cNvPr id="13" name="">
            <a:extLst xmlns:a="http://schemas.openxmlformats.org/drawingml/2006/main">
              <a:ext uri="{FF2B5EF4-FFF2-40B4-BE49-F238E27FC236}">
                <a16:creationId xmlns:a16="http://schemas.microsoft.com/office/drawing/2014/main" id="{A12C2927-BC5B-4C3E-8C4A-84FE7B905D7F}"/>
              </a:ext>
            </a:extLst>
          </p:cNvPr>
          <p:cNvSpPr>
            <a:spLocks xmlns:a="http://schemas.openxmlformats.org/drawingml/2006/main" noGrp="1"/>
          </p:cNvSpPr>
          <p:nvPr/>
        </p:nvSpPr>
        <p:spPr>
          <a:xfrm xmlns:a="http://schemas.openxmlformats.org/drawingml/2006/main">
            <a:off x="7772400" y="1790700"/>
            <a:ext cx="6858000" cy="1990725"/>
          </a:xfrm>
          <a:prstGeom xmlns:a="http://schemas.openxmlformats.org/drawingml/2006/main" prst="roundRect">
            <a:avLst>
              <a:gd name="adj" fmla="val 4785"/>
            </a:avLst>
          </a:prstGeom>
          <a:solidFill xmlns:a="http://schemas.openxmlformats.org/drawingml/2006/main">
            <a:srgbClr val="F4F8FD"/>
          </a:solidFill>
          <a:ln xmlns:a="http://schemas.openxmlformats.org/drawingml/2006/main" w="12383">
            <a:solidFill>
              <a:srgbClr val="CEDBE8"/>
            </a:solidFill>
          </a:ln>
        </p:spPr>
      </p:sp>
      <p:sp>
        <p:nvSpPr>
          <p:cNvPr id="14" name="">
            <a:extLst xmlns:a="http://schemas.openxmlformats.org/drawingml/2006/main">
              <a:ext uri="{FF2B5EF4-FFF2-40B4-BE49-F238E27FC236}">
                <a16:creationId xmlns:a16="http://schemas.microsoft.com/office/drawing/2014/main" id="{52B78A3D-B41B-45C7-BC9C-14D8D5206B4F}"/>
              </a:ext>
            </a:extLst>
          </p:cNvPr>
          <p:cNvSpPr>
            <a:spLocks xmlns:a="http://schemas.openxmlformats.org/drawingml/2006/main" noGrp="1"/>
          </p:cNvSpPr>
          <p:nvPr/>
        </p:nvSpPr>
        <p:spPr>
          <a:xfrm xmlns:a="http://schemas.openxmlformats.org/drawingml/2006/main">
            <a:off x="7991475" y="1924050"/>
            <a:ext cx="6419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769D2"/>
                </a:solidFill>
                <a:latin typeface="Noto Sans CJK KR"/>
                <a:ea typeface="Noto Sans CJK KR"/>
                <a:cs typeface="Noto Sans CJK KR"/>
              </a:defRPr>
            </a:pPr>
            <a:r>
              <a:rPr sz="2175" b="1">
                <a:solidFill>
                  <a:srgbClr val="1769D2"/>
                </a:solidFill>
                <a:latin typeface="Noto Sans CJK KR"/>
                <a:ea typeface="Noto Sans CJK KR"/>
                <a:cs typeface="Noto Sans CJK KR"/>
              </a:rPr>
              <a:t>② Selective Tool Calling</a:t>
            </a:r>
          </a:p>
        </p:txBody>
      </p:sp>
      <p:sp>
        <p:nvSpPr>
          <p:cNvPr id="15" name="">
            <a:extLst xmlns:a="http://schemas.openxmlformats.org/drawingml/2006/main">
              <a:ext uri="{FF2B5EF4-FFF2-40B4-BE49-F238E27FC236}">
                <a16:creationId xmlns:a16="http://schemas.microsoft.com/office/drawing/2014/main" id="{43507FC9-5F5B-4D74-B3FF-C772DCC8107B}"/>
              </a:ext>
            </a:extLst>
          </p:cNvPr>
          <p:cNvSpPr>
            <a:spLocks xmlns:a="http://schemas.openxmlformats.org/drawingml/2006/main" noGrp="1"/>
          </p:cNvSpPr>
          <p:nvPr/>
        </p:nvSpPr>
        <p:spPr>
          <a:xfrm xmlns:a="http://schemas.openxmlformats.org/drawingml/2006/main">
            <a:off x="7991475" y="2305050"/>
            <a:ext cx="641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02D50"/>
                </a:solidFill>
                <a:latin typeface="Noto Sans CJK KR"/>
                <a:ea typeface="Noto Sans CJK KR"/>
                <a:cs typeface="Noto Sans CJK KR"/>
              </a:defRPr>
            </a:pPr>
            <a:r>
              <a:rPr sz="1725" b="1">
                <a:solidFill>
                  <a:srgbClr val="102D50"/>
                </a:solidFill>
                <a:latin typeface="Noto Sans CJK KR"/>
                <a:ea typeface="Noto Sans CJK KR"/>
                <a:cs typeface="Noto Sans CJK KR"/>
              </a:rPr>
              <a:t>조건부 추가 조회</a:t>
            </a:r>
          </a:p>
        </p:txBody>
      </p:sp>
      <p:sp>
        <p:nvSpPr>
          <p:cNvPr id="16" name="">
            <a:extLst xmlns:a="http://schemas.openxmlformats.org/drawingml/2006/main">
              <a:ext uri="{FF2B5EF4-FFF2-40B4-BE49-F238E27FC236}">
                <a16:creationId xmlns:a16="http://schemas.microsoft.com/office/drawing/2014/main" id="{D11F2DFF-138A-4910-8AA4-B99D7941C789}"/>
              </a:ext>
            </a:extLst>
          </p:cNvPr>
          <p:cNvSpPr>
            <a:spLocks xmlns:a="http://schemas.openxmlformats.org/drawingml/2006/main" noGrp="1"/>
          </p:cNvSpPr>
          <p:nvPr/>
        </p:nvSpPr>
        <p:spPr>
          <a:xfrm xmlns:a="http://schemas.openxmlformats.org/drawingml/2006/main">
            <a:off x="7991475" y="2647950"/>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근거가 충분하면 추가 호출 생략</a:t>
            </a:r>
          </a:p>
        </p:txBody>
      </p:sp>
      <p:sp>
        <p:nvSpPr>
          <p:cNvPr id="17" name="">
            <a:extLst xmlns:a="http://schemas.openxmlformats.org/drawingml/2006/main">
              <a:ext uri="{FF2B5EF4-FFF2-40B4-BE49-F238E27FC236}">
                <a16:creationId xmlns:a16="http://schemas.microsoft.com/office/drawing/2014/main" id="{9D121708-479A-40A0-8049-3AFBDBC5D4C9}"/>
              </a:ext>
            </a:extLst>
          </p:cNvPr>
          <p:cNvSpPr>
            <a:spLocks xmlns:a="http://schemas.openxmlformats.org/drawingml/2006/main" noGrp="1"/>
          </p:cNvSpPr>
          <p:nvPr/>
        </p:nvSpPr>
        <p:spPr>
          <a:xfrm xmlns:a="http://schemas.openxmlformats.org/drawingml/2006/main">
            <a:off x="7991475" y="2924175"/>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필요한 상세 데이터만 조회 / 추가 호출 수 제한</a:t>
            </a:r>
          </a:p>
        </p:txBody>
      </p:sp>
      <p:sp>
        <p:nvSpPr>
          <p:cNvPr id="18" name="">
            <a:extLst xmlns:a="http://schemas.openxmlformats.org/drawingml/2006/main">
              <a:ext uri="{FF2B5EF4-FFF2-40B4-BE49-F238E27FC236}">
                <a16:creationId xmlns:a16="http://schemas.microsoft.com/office/drawing/2014/main" id="{2495943D-62D2-4159-8823-2DB45FB32C49}"/>
              </a:ext>
            </a:extLst>
          </p:cNvPr>
          <p:cNvSpPr>
            <a:spLocks xmlns:a="http://schemas.openxmlformats.org/drawingml/2006/main" noGrp="1"/>
          </p:cNvSpPr>
          <p:nvPr/>
        </p:nvSpPr>
        <p:spPr>
          <a:xfrm xmlns:a="http://schemas.openxmlformats.org/drawingml/2006/main">
            <a:off x="7991475" y="3200400"/>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설비·기간·측정 기록 입력값 검증</a:t>
            </a:r>
          </a:p>
        </p:txBody>
      </p:sp>
      <p:sp>
        <p:nvSpPr>
          <p:cNvPr id="19" name="">
            <a:extLst xmlns:a="http://schemas.openxmlformats.org/drawingml/2006/main">
              <a:ext uri="{FF2B5EF4-FFF2-40B4-BE49-F238E27FC236}">
                <a16:creationId xmlns:a16="http://schemas.microsoft.com/office/drawing/2014/main" id="{1C1FB96E-1AB6-4668-B880-FE84E2534152}"/>
              </a:ext>
            </a:extLst>
          </p:cNvPr>
          <p:cNvSpPr>
            <a:spLocks xmlns:a="http://schemas.openxmlformats.org/drawingml/2006/main" noGrp="1"/>
          </p:cNvSpPr>
          <p:nvPr/>
        </p:nvSpPr>
        <p:spPr>
          <a:xfrm xmlns:a="http://schemas.openxmlformats.org/drawingml/2006/main">
            <a:off x="7991475" y="3486150"/>
            <a:ext cx="6419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769D2"/>
                </a:solidFill>
                <a:latin typeface="Noto Sans CJK KR"/>
                <a:ea typeface="Noto Sans CJK KR"/>
                <a:cs typeface="Noto Sans CJK KR"/>
              </a:defRPr>
            </a:pPr>
            <a:r>
              <a:rPr sz="1575" b="1">
                <a:solidFill>
                  <a:srgbClr val="1769D2"/>
                </a:solidFill>
                <a:latin typeface="Noto Sans CJK KR"/>
                <a:ea typeface="Noto Sans CJK KR"/>
                <a:cs typeface="Noto Sans CJK KR"/>
              </a:rPr>
              <a:t>불필요한 LLM–Tool 왕복 감소</a:t>
            </a:r>
          </a:p>
        </p:txBody>
      </p:sp>
      <p:sp>
        <p:nvSpPr>
          <p:cNvPr id="20" name="">
            <a:extLst xmlns:a="http://schemas.openxmlformats.org/drawingml/2006/main">
              <a:ext uri="{FF2B5EF4-FFF2-40B4-BE49-F238E27FC236}">
                <a16:creationId xmlns:a16="http://schemas.microsoft.com/office/drawing/2014/main" id="{5EB2E11A-2ECF-44E9-87D5-430C55324282}"/>
              </a:ext>
            </a:extLst>
          </p:cNvPr>
          <p:cNvSpPr>
            <a:spLocks xmlns:a="http://schemas.openxmlformats.org/drawingml/2006/main" noGrp="1"/>
          </p:cNvSpPr>
          <p:nvPr/>
        </p:nvSpPr>
        <p:spPr>
          <a:xfrm xmlns:a="http://schemas.openxmlformats.org/drawingml/2006/main">
            <a:off x="609600" y="3971925"/>
            <a:ext cx="6858000" cy="1990725"/>
          </a:xfrm>
          <a:prstGeom xmlns:a="http://schemas.openxmlformats.org/drawingml/2006/main" prst="roundRect">
            <a:avLst>
              <a:gd name="adj" fmla="val 4785"/>
            </a:avLst>
          </a:prstGeom>
          <a:solidFill xmlns:a="http://schemas.openxmlformats.org/drawingml/2006/main">
            <a:srgbClr val="F4F8FD"/>
          </a:solidFill>
          <a:ln xmlns:a="http://schemas.openxmlformats.org/drawingml/2006/main" w="12383">
            <a:solidFill>
              <a:srgbClr val="CEDBE8"/>
            </a:solidFill>
          </a:ln>
        </p:spPr>
      </p:sp>
      <p:sp>
        <p:nvSpPr>
          <p:cNvPr id="21" name="">
            <a:extLst xmlns:a="http://schemas.openxmlformats.org/drawingml/2006/main">
              <a:ext uri="{FF2B5EF4-FFF2-40B4-BE49-F238E27FC236}">
                <a16:creationId xmlns:a16="http://schemas.microsoft.com/office/drawing/2014/main" id="{FB6962D0-C2DC-49D9-B314-74785369A00A}"/>
              </a:ext>
            </a:extLst>
          </p:cNvPr>
          <p:cNvSpPr>
            <a:spLocks xmlns:a="http://schemas.openxmlformats.org/drawingml/2006/main" noGrp="1"/>
          </p:cNvSpPr>
          <p:nvPr/>
        </p:nvSpPr>
        <p:spPr>
          <a:xfrm xmlns:a="http://schemas.openxmlformats.org/drawingml/2006/main">
            <a:off x="828675" y="4105275"/>
            <a:ext cx="6419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769D2"/>
                </a:solidFill>
                <a:latin typeface="Noto Sans CJK KR"/>
                <a:ea typeface="Noto Sans CJK KR"/>
                <a:cs typeface="Noto Sans CJK KR"/>
              </a:defRPr>
            </a:pPr>
            <a:r>
              <a:rPr sz="2175" b="1">
                <a:solidFill>
                  <a:srgbClr val="1769D2"/>
                </a:solidFill>
                <a:latin typeface="Noto Sans CJK KR"/>
                <a:ea typeface="Noto Sans CJK KR"/>
                <a:cs typeface="Noto Sans CJK KR"/>
              </a:rPr>
              <a:t>③ Parallel Execution</a:t>
            </a:r>
          </a:p>
        </p:txBody>
      </p:sp>
      <p:sp>
        <p:nvSpPr>
          <p:cNvPr id="22" name="">
            <a:extLst xmlns:a="http://schemas.openxmlformats.org/drawingml/2006/main">
              <a:ext uri="{FF2B5EF4-FFF2-40B4-BE49-F238E27FC236}">
                <a16:creationId xmlns:a16="http://schemas.microsoft.com/office/drawing/2014/main" id="{1DAA395C-4E55-46B7-B914-19D446C6F2B4}"/>
              </a:ext>
            </a:extLst>
          </p:cNvPr>
          <p:cNvSpPr>
            <a:spLocks xmlns:a="http://schemas.openxmlformats.org/drawingml/2006/main" noGrp="1"/>
          </p:cNvSpPr>
          <p:nvPr/>
        </p:nvSpPr>
        <p:spPr>
          <a:xfrm xmlns:a="http://schemas.openxmlformats.org/drawingml/2006/main">
            <a:off x="828675" y="4486275"/>
            <a:ext cx="641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02D50"/>
                </a:solidFill>
                <a:latin typeface="Noto Sans CJK KR"/>
                <a:ea typeface="Noto Sans CJK KR"/>
                <a:cs typeface="Noto Sans CJK KR"/>
              </a:defRPr>
            </a:pPr>
            <a:r>
              <a:rPr sz="1725" b="1">
                <a:solidFill>
                  <a:srgbClr val="102D50"/>
                </a:solidFill>
                <a:latin typeface="Noto Sans CJK KR"/>
                <a:ea typeface="Noto Sans CJK KR"/>
                <a:cs typeface="Noto Sans CJK KR"/>
              </a:rPr>
              <a:t>독립 분석 동시 실행</a:t>
            </a:r>
          </a:p>
        </p:txBody>
      </p:sp>
      <p:sp>
        <p:nvSpPr>
          <p:cNvPr id="23" name="">
            <a:extLst xmlns:a="http://schemas.openxmlformats.org/drawingml/2006/main">
              <a:ext uri="{FF2B5EF4-FFF2-40B4-BE49-F238E27FC236}">
                <a16:creationId xmlns:a16="http://schemas.microsoft.com/office/drawing/2014/main" id="{51A67E92-F8E6-4D94-BE10-33459238F5EC}"/>
              </a:ext>
            </a:extLst>
          </p:cNvPr>
          <p:cNvSpPr>
            <a:spLocks xmlns:a="http://schemas.openxmlformats.org/drawingml/2006/main" noGrp="1"/>
          </p:cNvSpPr>
          <p:nvPr/>
        </p:nvSpPr>
        <p:spPr>
          <a:xfrm xmlns:a="http://schemas.openxmlformats.org/drawingml/2006/main">
            <a:off x="828675" y="4829175"/>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Trend·FFT·History 분석 작업 분리</a:t>
            </a:r>
          </a:p>
        </p:txBody>
      </p:sp>
      <p:sp>
        <p:nvSpPr>
          <p:cNvPr id="24" name="">
            <a:extLst xmlns:a="http://schemas.openxmlformats.org/drawingml/2006/main">
              <a:ext uri="{FF2B5EF4-FFF2-40B4-BE49-F238E27FC236}">
                <a16:creationId xmlns:a16="http://schemas.microsoft.com/office/drawing/2014/main" id="{F4DF6282-33EC-4456-B0DD-9ED364463CDD}"/>
              </a:ext>
            </a:extLst>
          </p:cNvPr>
          <p:cNvSpPr>
            <a:spLocks xmlns:a="http://schemas.openxmlformats.org/drawingml/2006/main" noGrp="1"/>
          </p:cNvSpPr>
          <p:nvPr/>
        </p:nvSpPr>
        <p:spPr>
          <a:xfrm xmlns:a="http://schemas.openxmlformats.org/drawingml/2006/main">
            <a:off x="828675" y="5105400"/>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독립적인 전문 Agent 분석 병렬 실행</a:t>
            </a:r>
          </a:p>
        </p:txBody>
      </p:sp>
      <p:sp>
        <p:nvSpPr>
          <p:cNvPr id="25" name="">
            <a:extLst xmlns:a="http://schemas.openxmlformats.org/drawingml/2006/main">
              <a:ext uri="{FF2B5EF4-FFF2-40B4-BE49-F238E27FC236}">
                <a16:creationId xmlns:a16="http://schemas.microsoft.com/office/drawing/2014/main" id="{9A40EDED-BA44-4B3F-A38C-804C3F2A2EC3}"/>
              </a:ext>
            </a:extLst>
          </p:cNvPr>
          <p:cNvSpPr>
            <a:spLocks xmlns:a="http://schemas.openxmlformats.org/drawingml/2006/main" noGrp="1"/>
          </p:cNvSpPr>
          <p:nvPr/>
        </p:nvSpPr>
        <p:spPr>
          <a:xfrm xmlns:a="http://schemas.openxmlformats.org/drawingml/2006/main">
            <a:off x="828675" y="5381625"/>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완료된 근거를 Hand-off Layer에서 통합</a:t>
            </a:r>
          </a:p>
        </p:txBody>
      </p:sp>
      <p:sp>
        <p:nvSpPr>
          <p:cNvPr id="26" name="">
            <a:extLst xmlns:a="http://schemas.openxmlformats.org/drawingml/2006/main">
              <a:ext uri="{FF2B5EF4-FFF2-40B4-BE49-F238E27FC236}">
                <a16:creationId xmlns:a16="http://schemas.microsoft.com/office/drawing/2014/main" id="{3116222C-2D5B-42BE-8A68-334B754F107B}"/>
              </a:ext>
            </a:extLst>
          </p:cNvPr>
          <p:cNvSpPr>
            <a:spLocks xmlns:a="http://schemas.openxmlformats.org/drawingml/2006/main" noGrp="1"/>
          </p:cNvSpPr>
          <p:nvPr/>
        </p:nvSpPr>
        <p:spPr>
          <a:xfrm xmlns:a="http://schemas.openxmlformats.org/drawingml/2006/main">
            <a:off x="828675" y="5667375"/>
            <a:ext cx="6419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769D2"/>
                </a:solidFill>
                <a:latin typeface="Noto Sans CJK KR"/>
                <a:ea typeface="Noto Sans CJK KR"/>
                <a:cs typeface="Noto Sans CJK KR"/>
              </a:defRPr>
            </a:pPr>
            <a:r>
              <a:rPr sz="1575" b="1">
                <a:solidFill>
                  <a:srgbClr val="1769D2"/>
                </a:solidFill>
                <a:latin typeface="Noto Sans CJK KR"/>
                <a:ea typeface="Noto Sans CJK KR"/>
                <a:cs typeface="Noto Sans CJK KR"/>
              </a:rPr>
              <a:t>순차 실행 대기시간 감소 기대</a:t>
            </a:r>
          </a:p>
        </p:txBody>
      </p:sp>
      <p:sp>
        <p:nvSpPr>
          <p:cNvPr id="27" name="">
            <a:extLst xmlns:a="http://schemas.openxmlformats.org/drawingml/2006/main">
              <a:ext uri="{FF2B5EF4-FFF2-40B4-BE49-F238E27FC236}">
                <a16:creationId xmlns:a16="http://schemas.microsoft.com/office/drawing/2014/main" id="{826CD8D9-A406-49E5-983E-B37D8B6C4969}"/>
              </a:ext>
            </a:extLst>
          </p:cNvPr>
          <p:cNvSpPr>
            <a:spLocks xmlns:a="http://schemas.openxmlformats.org/drawingml/2006/main" noGrp="1"/>
          </p:cNvSpPr>
          <p:nvPr/>
        </p:nvSpPr>
        <p:spPr>
          <a:xfrm xmlns:a="http://schemas.openxmlformats.org/drawingml/2006/main">
            <a:off x="7772400" y="3971925"/>
            <a:ext cx="6858000" cy="1990725"/>
          </a:xfrm>
          <a:prstGeom xmlns:a="http://schemas.openxmlformats.org/drawingml/2006/main" prst="roundRect">
            <a:avLst>
              <a:gd name="adj" fmla="val 4785"/>
            </a:avLst>
          </a:prstGeom>
          <a:solidFill xmlns:a="http://schemas.openxmlformats.org/drawingml/2006/main">
            <a:srgbClr val="F4F8FD"/>
          </a:solidFill>
          <a:ln xmlns:a="http://schemas.openxmlformats.org/drawingml/2006/main" w="12383">
            <a:solidFill>
              <a:srgbClr val="CEDBE8"/>
            </a:solidFill>
          </a:ln>
        </p:spPr>
      </p:sp>
      <p:sp>
        <p:nvSpPr>
          <p:cNvPr id="28" name="">
            <a:extLst xmlns:a="http://schemas.openxmlformats.org/drawingml/2006/main">
              <a:ext uri="{FF2B5EF4-FFF2-40B4-BE49-F238E27FC236}">
                <a16:creationId xmlns:a16="http://schemas.microsoft.com/office/drawing/2014/main" id="{1B37B68E-A6D5-44DA-BE36-076F00CA138B}"/>
              </a:ext>
            </a:extLst>
          </p:cNvPr>
          <p:cNvSpPr>
            <a:spLocks xmlns:a="http://schemas.openxmlformats.org/drawingml/2006/main" noGrp="1"/>
          </p:cNvSpPr>
          <p:nvPr/>
        </p:nvSpPr>
        <p:spPr>
          <a:xfrm xmlns:a="http://schemas.openxmlformats.org/drawingml/2006/main">
            <a:off x="7991475" y="4105275"/>
            <a:ext cx="6419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769D2"/>
                </a:solidFill>
                <a:latin typeface="Noto Sans CJK KR"/>
                <a:ea typeface="Noto Sans CJK KR"/>
                <a:cs typeface="Noto Sans CJK KR"/>
              </a:defRPr>
            </a:pPr>
            <a:r>
              <a:rPr sz="2175" b="1">
                <a:solidFill>
                  <a:srgbClr val="1769D2"/>
                </a:solidFill>
                <a:latin typeface="Noto Sans CJK KR"/>
                <a:ea typeface="Noto Sans CJK KR"/>
                <a:cs typeface="Noto Sans CJK KR"/>
              </a:rPr>
              <a:t>④ Caching</a:t>
            </a:r>
          </a:p>
        </p:txBody>
      </p:sp>
      <p:sp>
        <p:nvSpPr>
          <p:cNvPr id="29" name="">
            <a:extLst xmlns:a="http://schemas.openxmlformats.org/drawingml/2006/main">
              <a:ext uri="{FF2B5EF4-FFF2-40B4-BE49-F238E27FC236}">
                <a16:creationId xmlns:a16="http://schemas.microsoft.com/office/drawing/2014/main" id="{ED9385AC-F3A4-498A-802F-9D45049E17E2}"/>
              </a:ext>
            </a:extLst>
          </p:cNvPr>
          <p:cNvSpPr>
            <a:spLocks xmlns:a="http://schemas.openxmlformats.org/drawingml/2006/main" noGrp="1"/>
          </p:cNvSpPr>
          <p:nvPr/>
        </p:nvSpPr>
        <p:spPr>
          <a:xfrm xmlns:a="http://schemas.openxmlformats.org/drawingml/2006/main">
            <a:off x="7991475" y="4486275"/>
            <a:ext cx="641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02D50"/>
                </a:solidFill>
                <a:latin typeface="Noto Sans CJK KR"/>
                <a:ea typeface="Noto Sans CJK KR"/>
                <a:cs typeface="Noto Sans CJK KR"/>
              </a:defRPr>
            </a:pPr>
            <a:r>
              <a:rPr sz="1725" b="1">
                <a:solidFill>
                  <a:srgbClr val="102D50"/>
                </a:solidFill>
                <a:latin typeface="Noto Sans CJK KR"/>
                <a:ea typeface="Noto Sans CJK KR"/>
                <a:cs typeface="Noto Sans CJK KR"/>
              </a:rPr>
              <a:t>결과 재사용</a:t>
            </a:r>
          </a:p>
        </p:txBody>
      </p:sp>
      <p:sp>
        <p:nvSpPr>
          <p:cNvPr id="30" name="">
            <a:extLst xmlns:a="http://schemas.openxmlformats.org/drawingml/2006/main">
              <a:ext uri="{FF2B5EF4-FFF2-40B4-BE49-F238E27FC236}">
                <a16:creationId xmlns:a16="http://schemas.microsoft.com/office/drawing/2014/main" id="{9B927E1A-3DFD-46F8-BBD8-2A30D1660F61}"/>
              </a:ext>
            </a:extLst>
          </p:cNvPr>
          <p:cNvSpPr>
            <a:spLocks xmlns:a="http://schemas.openxmlformats.org/drawingml/2006/main" noGrp="1"/>
          </p:cNvSpPr>
          <p:nvPr/>
        </p:nvSpPr>
        <p:spPr>
          <a:xfrm xmlns:a="http://schemas.openxmlformats.org/drawingml/2006/main">
            <a:off x="7991475" y="4829175"/>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설비·분석 근거·모델·분석 버전으로 캐시</a:t>
            </a:r>
          </a:p>
        </p:txBody>
      </p:sp>
      <p:sp>
        <p:nvSpPr>
          <p:cNvPr id="31" name="">
            <a:extLst xmlns:a="http://schemas.openxmlformats.org/drawingml/2006/main">
              <a:ext uri="{FF2B5EF4-FFF2-40B4-BE49-F238E27FC236}">
                <a16:creationId xmlns:a16="http://schemas.microsoft.com/office/drawing/2014/main" id="{DFA87D50-2D98-4168-B690-DD8D813EDFD2}"/>
              </a:ext>
            </a:extLst>
          </p:cNvPr>
          <p:cNvSpPr>
            <a:spLocks xmlns:a="http://schemas.openxmlformats.org/drawingml/2006/main" noGrp="1"/>
          </p:cNvSpPr>
          <p:nvPr/>
        </p:nvSpPr>
        <p:spPr>
          <a:xfrm xmlns:a="http://schemas.openxmlformats.org/drawingml/2006/main">
            <a:off x="7991475" y="5105400"/>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기본 24시간 재사용 / 메모리·디스크 캐시</a:t>
            </a:r>
          </a:p>
        </p:txBody>
      </p:sp>
      <p:sp>
        <p:nvSpPr>
          <p:cNvPr id="32" name="">
            <a:extLst xmlns:a="http://schemas.openxmlformats.org/drawingml/2006/main">
              <a:ext uri="{FF2B5EF4-FFF2-40B4-BE49-F238E27FC236}">
                <a16:creationId xmlns:a16="http://schemas.microsoft.com/office/drawing/2014/main" id="{591643AD-58A7-46B4-A3F4-D0656724EA2B}"/>
              </a:ext>
            </a:extLst>
          </p:cNvPr>
          <p:cNvSpPr>
            <a:spLocks xmlns:a="http://schemas.openxmlformats.org/drawingml/2006/main" noGrp="1"/>
          </p:cNvSpPr>
          <p:nvPr/>
        </p:nvSpPr>
        <p:spPr>
          <a:xfrm xmlns:a="http://schemas.openxmlformats.org/drawingml/2006/main">
            <a:off x="7991475" y="5381625"/>
            <a:ext cx="6419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29435D"/>
                </a:solidFill>
                <a:latin typeface="Noto Sans CJK KR"/>
                <a:ea typeface="Noto Sans CJK KR"/>
                <a:cs typeface="Noto Sans CJK KR"/>
              </a:defRPr>
            </a:pPr>
            <a:r>
              <a:rPr sz="1650" b="0">
                <a:solidFill>
                  <a:srgbClr val="29435D"/>
                </a:solidFill>
                <a:latin typeface="Noto Sans CJK KR"/>
                <a:ea typeface="Noto Sans CJK KR"/>
                <a:cs typeface="Noto Sans CJK KR"/>
              </a:rPr>
              <a:t>사용자가 명시적으로 다시 분석하면 갱신</a:t>
            </a:r>
          </a:p>
        </p:txBody>
      </p:sp>
      <p:sp>
        <p:nvSpPr>
          <p:cNvPr id="33" name="">
            <a:extLst xmlns:a="http://schemas.openxmlformats.org/drawingml/2006/main">
              <a:ext uri="{FF2B5EF4-FFF2-40B4-BE49-F238E27FC236}">
                <a16:creationId xmlns:a16="http://schemas.microsoft.com/office/drawing/2014/main" id="{559FC361-AD79-4360-A68A-618ABF719BAF}"/>
              </a:ext>
            </a:extLst>
          </p:cNvPr>
          <p:cNvSpPr>
            <a:spLocks xmlns:a="http://schemas.openxmlformats.org/drawingml/2006/main" noGrp="1"/>
          </p:cNvSpPr>
          <p:nvPr/>
        </p:nvSpPr>
        <p:spPr>
          <a:xfrm xmlns:a="http://schemas.openxmlformats.org/drawingml/2006/main">
            <a:off x="7991475" y="5667375"/>
            <a:ext cx="6419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769D2"/>
                </a:solidFill>
                <a:latin typeface="Noto Sans CJK KR"/>
                <a:ea typeface="Noto Sans CJK KR"/>
                <a:cs typeface="Noto Sans CJK KR"/>
              </a:defRPr>
            </a:pPr>
            <a:r>
              <a:rPr sz="1575" b="1">
                <a:solidFill>
                  <a:srgbClr val="1769D2"/>
                </a:solidFill>
                <a:latin typeface="Noto Sans CJK KR"/>
                <a:ea typeface="Noto Sans CJK KR"/>
                <a:cs typeface="Noto Sans CJK KR"/>
              </a:rPr>
              <a:t>화면 재진입 시 중복 분석·호출 비용 감소</a:t>
            </a:r>
          </a:p>
        </p:txBody>
      </p:sp>
      <p:sp>
        <p:nvSpPr>
          <p:cNvPr id="34" name="">
            <a:extLst xmlns:a="http://schemas.openxmlformats.org/drawingml/2006/main">
              <a:ext uri="{FF2B5EF4-FFF2-40B4-BE49-F238E27FC236}">
                <a16:creationId xmlns:a16="http://schemas.microsoft.com/office/drawing/2014/main" id="{C712625E-1C43-4771-AA3A-10A0B754B2E4}"/>
              </a:ext>
            </a:extLst>
          </p:cNvPr>
          <p:cNvSpPr>
            <a:spLocks xmlns:a="http://schemas.openxmlformats.org/drawingml/2006/main" noGrp="1"/>
          </p:cNvSpPr>
          <p:nvPr/>
        </p:nvSpPr>
        <p:spPr>
          <a:xfrm xmlns:a="http://schemas.openxmlformats.org/drawingml/2006/main">
            <a:off x="609600" y="6467475"/>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60748A"/>
                </a:solidFill>
                <a:latin typeface="Noto Sans CJK KR"/>
                <a:ea typeface="Noto Sans CJK KR"/>
                <a:cs typeface="Noto Sans CJK KR"/>
              </a:defRPr>
            </a:pPr>
            <a:r>
              <a:rPr sz="1650" b="1">
                <a:solidFill>
                  <a:srgbClr val="60748A"/>
                </a:solidFill>
                <a:latin typeface="Noto Sans CJK KR"/>
                <a:ea typeface="Noto Sans CJK KR"/>
                <a:cs typeface="Noto Sans CJK KR"/>
              </a:rPr>
              <a:t>기존</a:t>
            </a:r>
          </a:p>
        </p:txBody>
      </p:sp>
      <p:sp>
        <p:nvSpPr>
          <p:cNvPr id="35" name="">
            <a:extLst xmlns:a="http://schemas.openxmlformats.org/drawingml/2006/main">
              <a:ext uri="{FF2B5EF4-FFF2-40B4-BE49-F238E27FC236}">
                <a16:creationId xmlns:a16="http://schemas.microsoft.com/office/drawing/2014/main" id="{358CFA5C-02D5-40F0-986E-96E631007F48}"/>
              </a:ext>
            </a:extLst>
          </p:cNvPr>
          <p:cNvSpPr>
            <a:spLocks xmlns:a="http://schemas.openxmlformats.org/drawingml/2006/main" noGrp="1"/>
          </p:cNvSpPr>
          <p:nvPr/>
        </p:nvSpPr>
        <p:spPr>
          <a:xfrm xmlns:a="http://schemas.openxmlformats.org/drawingml/2006/main">
            <a:off x="1428750" y="6429375"/>
            <a:ext cx="1476375" cy="381000"/>
          </a:xfrm>
          <a:prstGeom xmlns:a="http://schemas.openxmlformats.org/drawingml/2006/main" prst="roundRect">
            <a:avLst>
              <a:gd name="adj" fmla="val 25000"/>
            </a:avLst>
          </a:prstGeom>
          <a:solidFill xmlns:a="http://schemas.openxmlformats.org/drawingml/2006/main">
            <a:srgbClr val="F2F4F7"/>
          </a:solidFill>
          <a:ln xmlns:a="http://schemas.openxmlformats.org/drawingml/2006/main" w="12383">
            <a:solidFill>
              <a:srgbClr val="CEDBE8"/>
            </a:solidFill>
          </a:ln>
        </p:spPr>
      </p:sp>
      <p:sp>
        <p:nvSpPr>
          <p:cNvPr id="36" name="">
            <a:extLst xmlns:a="http://schemas.openxmlformats.org/drawingml/2006/main">
              <a:ext uri="{FF2B5EF4-FFF2-40B4-BE49-F238E27FC236}">
                <a16:creationId xmlns:a16="http://schemas.microsoft.com/office/drawing/2014/main" id="{582CC915-775F-48EC-A00A-A8F11ADE8A55}"/>
              </a:ext>
            </a:extLst>
          </p:cNvPr>
          <p:cNvSpPr>
            <a:spLocks xmlns:a="http://schemas.openxmlformats.org/drawingml/2006/main" noGrp="1"/>
          </p:cNvSpPr>
          <p:nvPr/>
        </p:nvSpPr>
        <p:spPr>
          <a:xfrm xmlns:a="http://schemas.openxmlformats.org/drawingml/2006/main">
            <a:off x="1524000" y="648652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0748A"/>
                </a:solidFill>
                <a:latin typeface="Noto Sans CJK KR"/>
                <a:ea typeface="Noto Sans CJK KR"/>
                <a:cs typeface="Noto Sans CJK KR"/>
              </a:defRPr>
            </a:pPr>
            <a:r>
              <a:rPr sz="1500" b="1">
                <a:solidFill>
                  <a:srgbClr val="60748A"/>
                </a:solidFill>
                <a:latin typeface="Noto Sans CJK KR"/>
                <a:ea typeface="Noto Sans CJK KR"/>
                <a:cs typeface="Noto Sans CJK KR"/>
              </a:rPr>
              <a:t>요청</a:t>
            </a:r>
          </a:p>
        </p:txBody>
      </p:sp>
      <p:sp>
        <p:nvSpPr>
          <p:cNvPr id="37" name="">
            <a:extLst xmlns:a="http://schemas.openxmlformats.org/drawingml/2006/main">
              <a:ext uri="{FF2B5EF4-FFF2-40B4-BE49-F238E27FC236}">
                <a16:creationId xmlns:a16="http://schemas.microsoft.com/office/drawing/2014/main" id="{7C534D53-FF9A-4056-AF7C-2EBF998BEB38}"/>
              </a:ext>
            </a:extLst>
          </p:cNvPr>
          <p:cNvSpPr>
            <a:spLocks xmlns:a="http://schemas.openxmlformats.org/drawingml/2006/main" noGrp="1"/>
          </p:cNvSpPr>
          <p:nvPr/>
        </p:nvSpPr>
        <p:spPr>
          <a:xfrm xmlns:a="http://schemas.openxmlformats.org/drawingml/2006/main">
            <a:off x="3286125" y="6429375"/>
            <a:ext cx="1476375" cy="381000"/>
          </a:xfrm>
          <a:prstGeom xmlns:a="http://schemas.openxmlformats.org/drawingml/2006/main" prst="roundRect">
            <a:avLst>
              <a:gd name="adj" fmla="val 25000"/>
            </a:avLst>
          </a:prstGeom>
          <a:solidFill xmlns:a="http://schemas.openxmlformats.org/drawingml/2006/main">
            <a:srgbClr val="F2F4F7"/>
          </a:solidFill>
          <a:ln xmlns:a="http://schemas.openxmlformats.org/drawingml/2006/main" w="12383">
            <a:solidFill>
              <a:srgbClr val="CEDBE8"/>
            </a:solidFill>
          </a:ln>
        </p:spPr>
      </p:sp>
      <p:sp>
        <p:nvSpPr>
          <p:cNvPr id="38" name="">
            <a:extLst xmlns:a="http://schemas.openxmlformats.org/drawingml/2006/main">
              <a:ext uri="{FF2B5EF4-FFF2-40B4-BE49-F238E27FC236}">
                <a16:creationId xmlns:a16="http://schemas.microsoft.com/office/drawing/2014/main" id="{35429CBF-2A6B-49EC-A9DE-531E43BAFED5}"/>
              </a:ext>
            </a:extLst>
          </p:cNvPr>
          <p:cNvSpPr>
            <a:spLocks xmlns:a="http://schemas.openxmlformats.org/drawingml/2006/main" noGrp="1"/>
          </p:cNvSpPr>
          <p:nvPr/>
        </p:nvSpPr>
        <p:spPr>
          <a:xfrm xmlns:a="http://schemas.openxmlformats.org/drawingml/2006/main">
            <a:off x="3381375" y="648652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0748A"/>
                </a:solidFill>
                <a:latin typeface="Noto Sans CJK KR"/>
                <a:ea typeface="Noto Sans CJK KR"/>
                <a:cs typeface="Noto Sans CJK KR"/>
              </a:defRPr>
            </a:pPr>
            <a:r>
              <a:rPr sz="1500" b="1">
                <a:solidFill>
                  <a:srgbClr val="60748A"/>
                </a:solidFill>
                <a:latin typeface="Noto Sans CJK KR"/>
                <a:ea typeface="Noto Sans CJK KR"/>
                <a:cs typeface="Noto Sans CJK KR"/>
              </a:rPr>
              <a:t>LLM</a:t>
            </a:r>
          </a:p>
        </p:txBody>
      </p:sp>
      <p:sp>
        <p:nvSpPr>
          <p:cNvPr id="39" name="">
            <a:extLst xmlns:a="http://schemas.openxmlformats.org/drawingml/2006/main">
              <a:ext uri="{FF2B5EF4-FFF2-40B4-BE49-F238E27FC236}">
                <a16:creationId xmlns:a16="http://schemas.microsoft.com/office/drawing/2014/main" id="{A4286007-89EC-4581-88E0-18554F6508DB}"/>
              </a:ext>
            </a:extLst>
          </p:cNvPr>
          <p:cNvSpPr>
            <a:spLocks xmlns:a="http://schemas.openxmlformats.org/drawingml/2006/main" noGrp="1"/>
          </p:cNvSpPr>
          <p:nvPr/>
        </p:nvSpPr>
        <p:spPr>
          <a:xfrm xmlns:a="http://schemas.openxmlformats.org/drawingml/2006/main">
            <a:off x="5143500" y="6429375"/>
            <a:ext cx="1476375" cy="381000"/>
          </a:xfrm>
          <a:prstGeom xmlns:a="http://schemas.openxmlformats.org/drawingml/2006/main" prst="roundRect">
            <a:avLst>
              <a:gd name="adj" fmla="val 25000"/>
            </a:avLst>
          </a:prstGeom>
          <a:solidFill xmlns:a="http://schemas.openxmlformats.org/drawingml/2006/main">
            <a:srgbClr val="F2F4F7"/>
          </a:solidFill>
          <a:ln xmlns:a="http://schemas.openxmlformats.org/drawingml/2006/main" w="12383">
            <a:solidFill>
              <a:srgbClr val="CEDBE8"/>
            </a:solidFill>
          </a:ln>
        </p:spPr>
      </p:sp>
      <p:sp>
        <p:nvSpPr>
          <p:cNvPr id="40" name="">
            <a:extLst xmlns:a="http://schemas.openxmlformats.org/drawingml/2006/main">
              <a:ext uri="{FF2B5EF4-FFF2-40B4-BE49-F238E27FC236}">
                <a16:creationId xmlns:a16="http://schemas.microsoft.com/office/drawing/2014/main" id="{523DAC50-693B-455F-8722-6750C557802B}"/>
              </a:ext>
            </a:extLst>
          </p:cNvPr>
          <p:cNvSpPr>
            <a:spLocks xmlns:a="http://schemas.openxmlformats.org/drawingml/2006/main" noGrp="1"/>
          </p:cNvSpPr>
          <p:nvPr/>
        </p:nvSpPr>
        <p:spPr>
          <a:xfrm xmlns:a="http://schemas.openxmlformats.org/drawingml/2006/main">
            <a:off x="5238750" y="648652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0748A"/>
                </a:solidFill>
                <a:latin typeface="Noto Sans CJK KR"/>
                <a:ea typeface="Noto Sans CJK KR"/>
                <a:cs typeface="Noto Sans CJK KR"/>
              </a:defRPr>
            </a:pPr>
            <a:r>
              <a:rPr sz="1500" b="1">
                <a:solidFill>
                  <a:srgbClr val="60748A"/>
                </a:solidFill>
                <a:latin typeface="Noto Sans CJK KR"/>
                <a:ea typeface="Noto Sans CJK KR"/>
                <a:cs typeface="Noto Sans CJK KR"/>
              </a:rPr>
              <a:t>Tool</a:t>
            </a:r>
          </a:p>
        </p:txBody>
      </p:sp>
      <p:sp>
        <p:nvSpPr>
          <p:cNvPr id="41" name="">
            <a:extLst xmlns:a="http://schemas.openxmlformats.org/drawingml/2006/main">
              <a:ext uri="{FF2B5EF4-FFF2-40B4-BE49-F238E27FC236}">
                <a16:creationId xmlns:a16="http://schemas.microsoft.com/office/drawing/2014/main" id="{8B050E2C-451B-4EDC-BD22-7D47B0723D87}"/>
              </a:ext>
            </a:extLst>
          </p:cNvPr>
          <p:cNvSpPr>
            <a:spLocks xmlns:a="http://schemas.openxmlformats.org/drawingml/2006/main" noGrp="1"/>
          </p:cNvSpPr>
          <p:nvPr/>
        </p:nvSpPr>
        <p:spPr>
          <a:xfrm xmlns:a="http://schemas.openxmlformats.org/drawingml/2006/main">
            <a:off x="7000875" y="6429375"/>
            <a:ext cx="1476375" cy="381000"/>
          </a:xfrm>
          <a:prstGeom xmlns:a="http://schemas.openxmlformats.org/drawingml/2006/main" prst="roundRect">
            <a:avLst>
              <a:gd name="adj" fmla="val 25000"/>
            </a:avLst>
          </a:prstGeom>
          <a:solidFill xmlns:a="http://schemas.openxmlformats.org/drawingml/2006/main">
            <a:srgbClr val="F2F4F7"/>
          </a:solidFill>
          <a:ln xmlns:a="http://schemas.openxmlformats.org/drawingml/2006/main" w="12383">
            <a:solidFill>
              <a:srgbClr val="CEDBE8"/>
            </a:solidFill>
          </a:ln>
        </p:spPr>
      </p:sp>
      <p:sp>
        <p:nvSpPr>
          <p:cNvPr id="42" name="">
            <a:extLst xmlns:a="http://schemas.openxmlformats.org/drawingml/2006/main">
              <a:ext uri="{FF2B5EF4-FFF2-40B4-BE49-F238E27FC236}">
                <a16:creationId xmlns:a16="http://schemas.microsoft.com/office/drawing/2014/main" id="{DCBF04D7-D5DE-426E-A987-CADFB502E556}"/>
              </a:ext>
            </a:extLst>
          </p:cNvPr>
          <p:cNvSpPr>
            <a:spLocks xmlns:a="http://schemas.openxmlformats.org/drawingml/2006/main" noGrp="1"/>
          </p:cNvSpPr>
          <p:nvPr/>
        </p:nvSpPr>
        <p:spPr>
          <a:xfrm xmlns:a="http://schemas.openxmlformats.org/drawingml/2006/main">
            <a:off x="7096125" y="648652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0748A"/>
                </a:solidFill>
                <a:latin typeface="Noto Sans CJK KR"/>
                <a:ea typeface="Noto Sans CJK KR"/>
                <a:cs typeface="Noto Sans CJK KR"/>
              </a:defRPr>
            </a:pPr>
            <a:r>
              <a:rPr sz="1500" b="1">
                <a:solidFill>
                  <a:srgbClr val="60748A"/>
                </a:solidFill>
                <a:latin typeface="Noto Sans CJK KR"/>
                <a:ea typeface="Noto Sans CJK KR"/>
                <a:cs typeface="Noto Sans CJK KR"/>
              </a:rPr>
              <a:t>LLM</a:t>
            </a:r>
          </a:p>
        </p:txBody>
      </p:sp>
      <p:sp>
        <p:nvSpPr>
          <p:cNvPr id="43" name="">
            <a:extLst xmlns:a="http://schemas.openxmlformats.org/drawingml/2006/main">
              <a:ext uri="{FF2B5EF4-FFF2-40B4-BE49-F238E27FC236}">
                <a16:creationId xmlns:a16="http://schemas.microsoft.com/office/drawing/2014/main" id="{B29CA5BB-79CF-4067-A28D-C8DB539FCDD9}"/>
              </a:ext>
            </a:extLst>
          </p:cNvPr>
          <p:cNvSpPr>
            <a:spLocks xmlns:a="http://schemas.openxmlformats.org/drawingml/2006/main" noGrp="1"/>
          </p:cNvSpPr>
          <p:nvPr/>
        </p:nvSpPr>
        <p:spPr>
          <a:xfrm xmlns:a="http://schemas.openxmlformats.org/drawingml/2006/main">
            <a:off x="8858250" y="6429375"/>
            <a:ext cx="1476375" cy="381000"/>
          </a:xfrm>
          <a:prstGeom xmlns:a="http://schemas.openxmlformats.org/drawingml/2006/main" prst="roundRect">
            <a:avLst>
              <a:gd name="adj" fmla="val 25000"/>
            </a:avLst>
          </a:prstGeom>
          <a:solidFill xmlns:a="http://schemas.openxmlformats.org/drawingml/2006/main">
            <a:srgbClr val="F2F4F7"/>
          </a:solidFill>
          <a:ln xmlns:a="http://schemas.openxmlformats.org/drawingml/2006/main" w="12383">
            <a:solidFill>
              <a:srgbClr val="CEDBE8"/>
            </a:solidFill>
          </a:ln>
        </p:spPr>
      </p:sp>
      <p:sp>
        <p:nvSpPr>
          <p:cNvPr id="44" name="">
            <a:extLst xmlns:a="http://schemas.openxmlformats.org/drawingml/2006/main">
              <a:ext uri="{FF2B5EF4-FFF2-40B4-BE49-F238E27FC236}">
                <a16:creationId xmlns:a16="http://schemas.microsoft.com/office/drawing/2014/main" id="{E5946830-8082-47ED-8D12-2B2F131CA4C9}"/>
              </a:ext>
            </a:extLst>
          </p:cNvPr>
          <p:cNvSpPr>
            <a:spLocks xmlns:a="http://schemas.openxmlformats.org/drawingml/2006/main" noGrp="1"/>
          </p:cNvSpPr>
          <p:nvPr/>
        </p:nvSpPr>
        <p:spPr>
          <a:xfrm xmlns:a="http://schemas.openxmlformats.org/drawingml/2006/main">
            <a:off x="8953500" y="648652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0748A"/>
                </a:solidFill>
                <a:latin typeface="Noto Sans CJK KR"/>
                <a:ea typeface="Noto Sans CJK KR"/>
                <a:cs typeface="Noto Sans CJK KR"/>
              </a:defRPr>
            </a:pPr>
            <a:r>
              <a:rPr sz="1500" b="1">
                <a:solidFill>
                  <a:srgbClr val="60748A"/>
                </a:solidFill>
                <a:latin typeface="Noto Sans CJK KR"/>
                <a:ea typeface="Noto Sans CJK KR"/>
                <a:cs typeface="Noto Sans CJK KR"/>
              </a:rPr>
              <a:t>Tool</a:t>
            </a:r>
          </a:p>
        </p:txBody>
      </p:sp>
      <p:sp>
        <p:nvSpPr>
          <p:cNvPr id="45" name="">
            <a:extLst xmlns:a="http://schemas.openxmlformats.org/drawingml/2006/main">
              <a:ext uri="{FF2B5EF4-FFF2-40B4-BE49-F238E27FC236}">
                <a16:creationId xmlns:a16="http://schemas.microsoft.com/office/drawing/2014/main" id="{13BD8057-FE5B-4399-95FD-9A761EC061CA}"/>
              </a:ext>
            </a:extLst>
          </p:cNvPr>
          <p:cNvSpPr>
            <a:spLocks xmlns:a="http://schemas.openxmlformats.org/drawingml/2006/main" noGrp="1"/>
          </p:cNvSpPr>
          <p:nvPr/>
        </p:nvSpPr>
        <p:spPr>
          <a:xfrm xmlns:a="http://schemas.openxmlformats.org/drawingml/2006/main">
            <a:off x="10715625" y="6429375"/>
            <a:ext cx="1476375" cy="381000"/>
          </a:xfrm>
          <a:prstGeom xmlns:a="http://schemas.openxmlformats.org/drawingml/2006/main" prst="roundRect">
            <a:avLst>
              <a:gd name="adj" fmla="val 25000"/>
            </a:avLst>
          </a:prstGeom>
          <a:solidFill xmlns:a="http://schemas.openxmlformats.org/drawingml/2006/main">
            <a:srgbClr val="F2F4F7"/>
          </a:solidFill>
          <a:ln xmlns:a="http://schemas.openxmlformats.org/drawingml/2006/main" w="12383">
            <a:solidFill>
              <a:srgbClr val="CEDBE8"/>
            </a:solidFill>
          </a:ln>
        </p:spPr>
      </p:sp>
      <p:sp>
        <p:nvSpPr>
          <p:cNvPr id="46" name="">
            <a:extLst xmlns:a="http://schemas.openxmlformats.org/drawingml/2006/main">
              <a:ext uri="{FF2B5EF4-FFF2-40B4-BE49-F238E27FC236}">
                <a16:creationId xmlns:a16="http://schemas.microsoft.com/office/drawing/2014/main" id="{401DC8A3-CB53-474C-B21F-232EC95AF1B1}"/>
              </a:ext>
            </a:extLst>
          </p:cNvPr>
          <p:cNvSpPr>
            <a:spLocks xmlns:a="http://schemas.openxmlformats.org/drawingml/2006/main" noGrp="1"/>
          </p:cNvSpPr>
          <p:nvPr/>
        </p:nvSpPr>
        <p:spPr>
          <a:xfrm xmlns:a="http://schemas.openxmlformats.org/drawingml/2006/main">
            <a:off x="10810875" y="648652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0748A"/>
                </a:solidFill>
                <a:latin typeface="Noto Sans CJK KR"/>
                <a:ea typeface="Noto Sans CJK KR"/>
                <a:cs typeface="Noto Sans CJK KR"/>
              </a:defRPr>
            </a:pPr>
            <a:r>
              <a:rPr sz="1500" b="1">
                <a:solidFill>
                  <a:srgbClr val="60748A"/>
                </a:solidFill>
                <a:latin typeface="Noto Sans CJK KR"/>
                <a:ea typeface="Noto Sans CJK KR"/>
                <a:cs typeface="Noto Sans CJK KR"/>
              </a:rPr>
              <a:t>LLM</a:t>
            </a:r>
          </a:p>
        </p:txBody>
      </p:sp>
      <p:sp>
        <p:nvSpPr>
          <p:cNvPr id="47" name="">
            <a:extLst xmlns:a="http://schemas.openxmlformats.org/drawingml/2006/main">
              <a:ext uri="{FF2B5EF4-FFF2-40B4-BE49-F238E27FC236}">
                <a16:creationId xmlns:a16="http://schemas.microsoft.com/office/drawing/2014/main" id="{AAC0FB3B-119B-4429-9A16-C135CC29AE6B}"/>
              </a:ext>
            </a:extLst>
          </p:cNvPr>
          <p:cNvSpPr>
            <a:spLocks xmlns:a="http://schemas.openxmlformats.org/drawingml/2006/main" noGrp="1"/>
          </p:cNvSpPr>
          <p:nvPr/>
        </p:nvSpPr>
        <p:spPr>
          <a:xfrm xmlns:a="http://schemas.openxmlformats.org/drawingml/2006/main">
            <a:off x="12573000" y="6429375"/>
            <a:ext cx="1476375" cy="381000"/>
          </a:xfrm>
          <a:prstGeom xmlns:a="http://schemas.openxmlformats.org/drawingml/2006/main" prst="roundRect">
            <a:avLst>
              <a:gd name="adj" fmla="val 25000"/>
            </a:avLst>
          </a:prstGeom>
          <a:solidFill xmlns:a="http://schemas.openxmlformats.org/drawingml/2006/main">
            <a:srgbClr val="F2F4F7"/>
          </a:solidFill>
          <a:ln xmlns:a="http://schemas.openxmlformats.org/drawingml/2006/main" w="12383">
            <a:solidFill>
              <a:srgbClr val="CEDBE8"/>
            </a:solidFill>
          </a:ln>
        </p:spPr>
      </p:sp>
      <p:sp>
        <p:nvSpPr>
          <p:cNvPr id="48" name="">
            <a:extLst xmlns:a="http://schemas.openxmlformats.org/drawingml/2006/main">
              <a:ext uri="{FF2B5EF4-FFF2-40B4-BE49-F238E27FC236}">
                <a16:creationId xmlns:a16="http://schemas.microsoft.com/office/drawing/2014/main" id="{593409FC-3385-4980-B34A-328B76AC9B6C}"/>
              </a:ext>
            </a:extLst>
          </p:cNvPr>
          <p:cNvSpPr>
            <a:spLocks xmlns:a="http://schemas.openxmlformats.org/drawingml/2006/main" noGrp="1"/>
          </p:cNvSpPr>
          <p:nvPr/>
        </p:nvSpPr>
        <p:spPr>
          <a:xfrm xmlns:a="http://schemas.openxmlformats.org/drawingml/2006/main">
            <a:off x="12668250" y="648652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0748A"/>
                </a:solidFill>
                <a:latin typeface="Noto Sans CJK KR"/>
                <a:ea typeface="Noto Sans CJK KR"/>
                <a:cs typeface="Noto Sans CJK KR"/>
              </a:defRPr>
            </a:pPr>
            <a:r>
              <a:rPr sz="1500" b="1">
                <a:solidFill>
                  <a:srgbClr val="60748A"/>
                </a:solidFill>
                <a:latin typeface="Noto Sans CJK KR"/>
                <a:ea typeface="Noto Sans CJK KR"/>
                <a:cs typeface="Noto Sans CJK KR"/>
              </a:rPr>
              <a:t>결과</a:t>
            </a:r>
          </a:p>
        </p:txBody>
      </p:sp>
      <p:cxnSp>
        <p:nvCxnSpPr>
          <p:cNvPr id="123" name=""/>
          <p:cNvCxnSpPr>
            <a:stCxn xmlns:a="http://schemas.openxmlformats.org/drawingml/2006/main" id="35" idx="3"/>
            <a:endCxn xmlns:a="http://schemas.openxmlformats.org/drawingml/2006/main" id="37" idx="1"/>
          </p:cNvCxnSpPr>
          <p:nvPr/>
        </p:nvCxnSpPr>
        <p:spPr>
          <a:xfrm xmlns:a="http://schemas.openxmlformats.org/drawingml/2006/main">
            <a:off x="2905125" y="6619875"/>
            <a:ext cx="381000" cy="0"/>
          </a:xfrm>
          <a:prstGeom xmlns:a="http://schemas.openxmlformats.org/drawingml/2006/main" prst="straightConnector1">
            <a:avLst/>
          </a:prstGeom>
          <a:ln xmlns:a="http://schemas.openxmlformats.org/drawingml/2006/main" w="22860">
            <a:solidFill>
              <a:srgbClr val="60748A"/>
            </a:solidFill>
            <a:prstDash val="solid"/>
            <a:tailEnd type="triangle" w="med" len="med"/>
          </a:ln>
        </p:spPr>
      </p:cxnSp>
      <p:cxnSp>
        <p:nvCxnSpPr>
          <p:cNvPr id="124" name=""/>
          <p:cNvCxnSpPr>
            <a:stCxn xmlns:a="http://schemas.openxmlformats.org/drawingml/2006/main" id="37" idx="3"/>
            <a:endCxn xmlns:a="http://schemas.openxmlformats.org/drawingml/2006/main" id="39" idx="1"/>
          </p:cNvCxnSpPr>
          <p:nvPr/>
        </p:nvCxnSpPr>
        <p:spPr>
          <a:xfrm xmlns:a="http://schemas.openxmlformats.org/drawingml/2006/main">
            <a:off x="4762500" y="6619875"/>
            <a:ext cx="381000" cy="0"/>
          </a:xfrm>
          <a:prstGeom xmlns:a="http://schemas.openxmlformats.org/drawingml/2006/main" prst="straightConnector1">
            <a:avLst/>
          </a:prstGeom>
          <a:ln xmlns:a="http://schemas.openxmlformats.org/drawingml/2006/main" w="22860">
            <a:solidFill>
              <a:srgbClr val="60748A"/>
            </a:solidFill>
            <a:prstDash val="solid"/>
            <a:tailEnd type="triangle" w="med" len="med"/>
          </a:ln>
        </p:spPr>
      </p:cxnSp>
      <p:cxnSp>
        <p:nvCxnSpPr>
          <p:cNvPr id="125" name=""/>
          <p:cNvCxnSpPr>
            <a:stCxn xmlns:a="http://schemas.openxmlformats.org/drawingml/2006/main" id="39" idx="3"/>
            <a:endCxn xmlns:a="http://schemas.openxmlformats.org/drawingml/2006/main" id="41" idx="1"/>
          </p:cNvCxnSpPr>
          <p:nvPr/>
        </p:nvCxnSpPr>
        <p:spPr>
          <a:xfrm xmlns:a="http://schemas.openxmlformats.org/drawingml/2006/main">
            <a:off x="6619875" y="6619875"/>
            <a:ext cx="381000" cy="0"/>
          </a:xfrm>
          <a:prstGeom xmlns:a="http://schemas.openxmlformats.org/drawingml/2006/main" prst="straightConnector1">
            <a:avLst/>
          </a:prstGeom>
          <a:ln xmlns:a="http://schemas.openxmlformats.org/drawingml/2006/main" w="22860">
            <a:solidFill>
              <a:srgbClr val="60748A"/>
            </a:solidFill>
            <a:prstDash val="solid"/>
            <a:tailEnd type="triangle" w="med" len="med"/>
          </a:ln>
        </p:spPr>
      </p:cxnSp>
      <p:cxnSp>
        <p:nvCxnSpPr>
          <p:cNvPr id="126" name=""/>
          <p:cNvCxnSpPr>
            <a:stCxn xmlns:a="http://schemas.openxmlformats.org/drawingml/2006/main" id="41" idx="3"/>
            <a:endCxn xmlns:a="http://schemas.openxmlformats.org/drawingml/2006/main" id="43" idx="1"/>
          </p:cNvCxnSpPr>
          <p:nvPr/>
        </p:nvCxnSpPr>
        <p:spPr>
          <a:xfrm xmlns:a="http://schemas.openxmlformats.org/drawingml/2006/main">
            <a:off x="8477250" y="6619875"/>
            <a:ext cx="381000" cy="0"/>
          </a:xfrm>
          <a:prstGeom xmlns:a="http://schemas.openxmlformats.org/drawingml/2006/main" prst="straightConnector1">
            <a:avLst/>
          </a:prstGeom>
          <a:ln xmlns:a="http://schemas.openxmlformats.org/drawingml/2006/main" w="22860">
            <a:solidFill>
              <a:srgbClr val="60748A"/>
            </a:solidFill>
            <a:prstDash val="solid"/>
            <a:tailEnd type="triangle" w="med" len="med"/>
          </a:ln>
        </p:spPr>
      </p:cxnSp>
      <p:cxnSp>
        <p:nvCxnSpPr>
          <p:cNvPr id="127" name=""/>
          <p:cNvCxnSpPr>
            <a:stCxn xmlns:a="http://schemas.openxmlformats.org/drawingml/2006/main" id="43" idx="3"/>
            <a:endCxn xmlns:a="http://schemas.openxmlformats.org/drawingml/2006/main" id="45" idx="1"/>
          </p:cNvCxnSpPr>
          <p:nvPr/>
        </p:nvCxnSpPr>
        <p:spPr>
          <a:xfrm xmlns:a="http://schemas.openxmlformats.org/drawingml/2006/main">
            <a:off x="10334625" y="6619875"/>
            <a:ext cx="381000" cy="0"/>
          </a:xfrm>
          <a:prstGeom xmlns:a="http://schemas.openxmlformats.org/drawingml/2006/main" prst="straightConnector1">
            <a:avLst/>
          </a:prstGeom>
          <a:ln xmlns:a="http://schemas.openxmlformats.org/drawingml/2006/main" w="22860">
            <a:solidFill>
              <a:srgbClr val="60748A"/>
            </a:solidFill>
            <a:prstDash val="solid"/>
            <a:tailEnd type="triangle" w="med" len="med"/>
          </a:ln>
        </p:spPr>
      </p:cxnSp>
      <p:cxnSp>
        <p:nvCxnSpPr>
          <p:cNvPr id="128" name=""/>
          <p:cNvCxnSpPr>
            <a:stCxn xmlns:a="http://schemas.openxmlformats.org/drawingml/2006/main" id="45" idx="3"/>
            <a:endCxn xmlns:a="http://schemas.openxmlformats.org/drawingml/2006/main" id="47" idx="1"/>
          </p:cNvCxnSpPr>
          <p:nvPr/>
        </p:nvCxnSpPr>
        <p:spPr>
          <a:xfrm xmlns:a="http://schemas.openxmlformats.org/drawingml/2006/main">
            <a:off x="12192000" y="6619875"/>
            <a:ext cx="381000" cy="0"/>
          </a:xfrm>
          <a:prstGeom xmlns:a="http://schemas.openxmlformats.org/drawingml/2006/main" prst="straightConnector1">
            <a:avLst/>
          </a:prstGeom>
          <a:ln xmlns:a="http://schemas.openxmlformats.org/drawingml/2006/main" w="22860">
            <a:solidFill>
              <a:srgbClr val="60748A"/>
            </a:solidFill>
            <a:prstDash val="solid"/>
            <a:tailEnd type="triangle" w="med" len="med"/>
          </a:ln>
        </p:spPr>
      </p:cxnSp>
      <p:sp>
        <p:nvSpPr>
          <p:cNvPr id="55" name="">
            <a:extLst xmlns:a="http://schemas.openxmlformats.org/drawingml/2006/main">
              <a:ext uri="{FF2B5EF4-FFF2-40B4-BE49-F238E27FC236}">
                <a16:creationId xmlns:a16="http://schemas.microsoft.com/office/drawing/2014/main" id="{EC5EBC1F-1963-4530-8DC0-13F94C7E9C63}"/>
              </a:ext>
            </a:extLst>
          </p:cNvPr>
          <p:cNvSpPr>
            <a:spLocks xmlns:a="http://schemas.openxmlformats.org/drawingml/2006/main" noGrp="1"/>
          </p:cNvSpPr>
          <p:nvPr/>
        </p:nvSpPr>
        <p:spPr>
          <a:xfrm xmlns:a="http://schemas.openxmlformats.org/drawingml/2006/main">
            <a:off x="609600" y="71056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769D2"/>
                </a:solidFill>
                <a:latin typeface="Noto Sans CJK KR"/>
                <a:ea typeface="Noto Sans CJK KR"/>
                <a:cs typeface="Noto Sans CJK KR"/>
              </a:defRPr>
            </a:pPr>
            <a:r>
              <a:rPr sz="1650" b="1">
                <a:solidFill>
                  <a:srgbClr val="1769D2"/>
                </a:solidFill>
                <a:latin typeface="Noto Sans CJK KR"/>
                <a:ea typeface="Noto Sans CJK KR"/>
                <a:cs typeface="Noto Sans CJK KR"/>
              </a:rPr>
              <a:t>최적화</a:t>
            </a:r>
          </a:p>
        </p:txBody>
      </p:sp>
      <p:sp>
        <p:nvSpPr>
          <p:cNvPr id="56" name="">
            <a:extLst xmlns:a="http://schemas.openxmlformats.org/drawingml/2006/main">
              <a:ext uri="{FF2B5EF4-FFF2-40B4-BE49-F238E27FC236}">
                <a16:creationId xmlns:a16="http://schemas.microsoft.com/office/drawing/2014/main" id="{F6C98843-64BC-4A4B-9048-3F922870601D}"/>
              </a:ext>
            </a:extLst>
          </p:cNvPr>
          <p:cNvSpPr>
            <a:spLocks xmlns:a="http://schemas.openxmlformats.org/drawingml/2006/main" noGrp="1"/>
          </p:cNvSpPr>
          <p:nvPr/>
        </p:nvSpPr>
        <p:spPr>
          <a:xfrm xmlns:a="http://schemas.openxmlformats.org/drawingml/2006/main">
            <a:off x="1428750" y="7067550"/>
            <a:ext cx="3362325" cy="438150"/>
          </a:xfrm>
          <a:prstGeom xmlns:a="http://schemas.openxmlformats.org/drawingml/2006/main" prst="roundRect">
            <a:avLst>
              <a:gd name="adj" fmla="val 21739"/>
            </a:avLst>
          </a:prstGeom>
          <a:solidFill xmlns:a="http://schemas.openxmlformats.org/drawingml/2006/main">
            <a:srgbClr val="EDF5FF"/>
          </a:solidFill>
          <a:ln xmlns:a="http://schemas.openxmlformats.org/drawingml/2006/main" w="12383">
            <a:solidFill>
              <a:srgbClr val="CEDBE8"/>
            </a:solidFill>
          </a:ln>
        </p:spPr>
      </p:sp>
      <p:sp>
        <p:nvSpPr>
          <p:cNvPr id="57" name="">
            <a:extLst xmlns:a="http://schemas.openxmlformats.org/drawingml/2006/main">
              <a:ext uri="{FF2B5EF4-FFF2-40B4-BE49-F238E27FC236}">
                <a16:creationId xmlns:a16="http://schemas.microsoft.com/office/drawing/2014/main" id="{86E473A9-485B-4061-8340-D6493F341DDD}"/>
              </a:ext>
            </a:extLst>
          </p:cNvPr>
          <p:cNvSpPr>
            <a:spLocks xmlns:a="http://schemas.openxmlformats.org/drawingml/2006/main" noGrp="1"/>
          </p:cNvSpPr>
          <p:nvPr/>
        </p:nvSpPr>
        <p:spPr>
          <a:xfrm xmlns:a="http://schemas.openxmlformats.org/drawingml/2006/main">
            <a:off x="1524000" y="7124700"/>
            <a:ext cx="31718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102D50"/>
                </a:solidFill>
                <a:latin typeface="Noto Sans CJK KR"/>
                <a:ea typeface="Noto Sans CJK KR"/>
                <a:cs typeface="Noto Sans CJK KR"/>
              </a:defRPr>
            </a:pPr>
            <a:r>
              <a:rPr sz="1575" b="1">
                <a:solidFill>
                  <a:srgbClr val="102D50"/>
                </a:solidFill>
                <a:latin typeface="Noto Sans CJK KR"/>
                <a:ea typeface="Noto Sans CJK KR"/>
                <a:cs typeface="Noto Sans CJK KR"/>
              </a:rPr>
              <a:t>Prefetch + Parallel Analysis</a:t>
            </a:r>
          </a:p>
        </p:txBody>
      </p:sp>
      <p:sp>
        <p:nvSpPr>
          <p:cNvPr id="58" name="">
            <a:extLst xmlns:a="http://schemas.openxmlformats.org/drawingml/2006/main">
              <a:ext uri="{FF2B5EF4-FFF2-40B4-BE49-F238E27FC236}">
                <a16:creationId xmlns:a16="http://schemas.microsoft.com/office/drawing/2014/main" id="{87E31FD1-C4DC-49BA-851A-0CC307968E63}"/>
              </a:ext>
            </a:extLst>
          </p:cNvPr>
          <p:cNvSpPr>
            <a:spLocks xmlns:a="http://schemas.openxmlformats.org/drawingml/2006/main" noGrp="1"/>
          </p:cNvSpPr>
          <p:nvPr/>
        </p:nvSpPr>
        <p:spPr>
          <a:xfrm xmlns:a="http://schemas.openxmlformats.org/drawingml/2006/main">
            <a:off x="5219700" y="7067550"/>
            <a:ext cx="1619250" cy="438150"/>
          </a:xfrm>
          <a:prstGeom xmlns:a="http://schemas.openxmlformats.org/drawingml/2006/main" prst="roundRect">
            <a:avLst>
              <a:gd name="adj" fmla="val 21739"/>
            </a:avLst>
          </a:prstGeom>
          <a:solidFill xmlns:a="http://schemas.openxmlformats.org/drawingml/2006/main">
            <a:srgbClr val="EDF5FF"/>
          </a:solidFill>
          <a:ln xmlns:a="http://schemas.openxmlformats.org/drawingml/2006/main" w="12383">
            <a:solidFill>
              <a:srgbClr val="CEDBE8"/>
            </a:solidFill>
          </a:ln>
        </p:spPr>
      </p:sp>
      <p:sp>
        <p:nvSpPr>
          <p:cNvPr id="59" name="">
            <a:extLst xmlns:a="http://schemas.openxmlformats.org/drawingml/2006/main">
              <a:ext uri="{FF2B5EF4-FFF2-40B4-BE49-F238E27FC236}">
                <a16:creationId xmlns:a16="http://schemas.microsoft.com/office/drawing/2014/main" id="{92FC3B1B-1B36-4B37-B1B0-8AAEC04C5430}"/>
              </a:ext>
            </a:extLst>
          </p:cNvPr>
          <p:cNvSpPr>
            <a:spLocks xmlns:a="http://schemas.openxmlformats.org/drawingml/2006/main" noGrp="1"/>
          </p:cNvSpPr>
          <p:nvPr/>
        </p:nvSpPr>
        <p:spPr>
          <a:xfrm xmlns:a="http://schemas.openxmlformats.org/drawingml/2006/main">
            <a:off x="5314950" y="71247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102D50"/>
                </a:solidFill>
                <a:latin typeface="Noto Sans CJK KR"/>
                <a:ea typeface="Noto Sans CJK KR"/>
                <a:cs typeface="Noto Sans CJK KR"/>
              </a:defRPr>
            </a:pPr>
            <a:r>
              <a:rPr sz="1575" b="1">
                <a:solidFill>
                  <a:srgbClr val="102D50"/>
                </a:solidFill>
                <a:latin typeface="Noto Sans CJK KR"/>
                <a:ea typeface="Noto Sans CJK KR"/>
                <a:cs typeface="Noto Sans CJK KR"/>
              </a:rPr>
              <a:t>Evidence</a:t>
            </a:r>
          </a:p>
        </p:txBody>
      </p:sp>
      <p:sp>
        <p:nvSpPr>
          <p:cNvPr id="60" name="">
            <a:extLst xmlns:a="http://schemas.openxmlformats.org/drawingml/2006/main">
              <a:ext uri="{FF2B5EF4-FFF2-40B4-BE49-F238E27FC236}">
                <a16:creationId xmlns:a16="http://schemas.microsoft.com/office/drawing/2014/main" id="{39383E5D-8419-4B9C-868E-1E974A8A4666}"/>
              </a:ext>
            </a:extLst>
          </p:cNvPr>
          <p:cNvSpPr>
            <a:spLocks xmlns:a="http://schemas.openxmlformats.org/drawingml/2006/main" noGrp="1"/>
          </p:cNvSpPr>
          <p:nvPr/>
        </p:nvSpPr>
        <p:spPr>
          <a:xfrm xmlns:a="http://schemas.openxmlformats.org/drawingml/2006/main">
            <a:off x="7267575" y="7067550"/>
            <a:ext cx="1914525" cy="438150"/>
          </a:xfrm>
          <a:prstGeom xmlns:a="http://schemas.openxmlformats.org/drawingml/2006/main" prst="roundRect">
            <a:avLst>
              <a:gd name="adj" fmla="val 21739"/>
            </a:avLst>
          </a:prstGeom>
          <a:solidFill xmlns:a="http://schemas.openxmlformats.org/drawingml/2006/main">
            <a:srgbClr val="EDF5FF"/>
          </a:solidFill>
          <a:ln xmlns:a="http://schemas.openxmlformats.org/drawingml/2006/main" w="12383">
            <a:solidFill>
              <a:srgbClr val="CEDBE8"/>
            </a:solidFill>
          </a:ln>
        </p:spPr>
      </p:sp>
      <p:sp>
        <p:nvSpPr>
          <p:cNvPr id="61" name="">
            <a:extLst xmlns:a="http://schemas.openxmlformats.org/drawingml/2006/main">
              <a:ext uri="{FF2B5EF4-FFF2-40B4-BE49-F238E27FC236}">
                <a16:creationId xmlns:a16="http://schemas.microsoft.com/office/drawing/2014/main" id="{51E53B80-2CE4-4632-945E-16D6C4513DEB}"/>
              </a:ext>
            </a:extLst>
          </p:cNvPr>
          <p:cNvSpPr>
            <a:spLocks xmlns:a="http://schemas.openxmlformats.org/drawingml/2006/main" noGrp="1"/>
          </p:cNvSpPr>
          <p:nvPr/>
        </p:nvSpPr>
        <p:spPr>
          <a:xfrm xmlns:a="http://schemas.openxmlformats.org/drawingml/2006/main">
            <a:off x="7362825" y="7124700"/>
            <a:ext cx="1724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102D50"/>
                </a:solidFill>
                <a:latin typeface="Noto Sans CJK KR"/>
                <a:ea typeface="Noto Sans CJK KR"/>
                <a:cs typeface="Noto Sans CJK KR"/>
              </a:defRPr>
            </a:pPr>
            <a:r>
              <a:rPr sz="1575" b="1">
                <a:solidFill>
                  <a:srgbClr val="102D50"/>
                </a:solidFill>
                <a:latin typeface="Noto Sans CJK KR"/>
                <a:ea typeface="Noto Sans CJK KR"/>
                <a:cs typeface="Noto Sans CJK KR"/>
              </a:rPr>
              <a:t>Main Agent</a:t>
            </a:r>
          </a:p>
        </p:txBody>
      </p:sp>
      <p:sp>
        <p:nvSpPr>
          <p:cNvPr id="62" name="">
            <a:extLst xmlns:a="http://schemas.openxmlformats.org/drawingml/2006/main">
              <a:ext uri="{FF2B5EF4-FFF2-40B4-BE49-F238E27FC236}">
                <a16:creationId xmlns:a16="http://schemas.microsoft.com/office/drawing/2014/main" id="{41002C0F-873D-4F13-907F-996BF314E3EE}"/>
              </a:ext>
            </a:extLst>
          </p:cNvPr>
          <p:cNvSpPr>
            <a:spLocks xmlns:a="http://schemas.openxmlformats.org/drawingml/2006/main" noGrp="1"/>
          </p:cNvSpPr>
          <p:nvPr/>
        </p:nvSpPr>
        <p:spPr>
          <a:xfrm xmlns:a="http://schemas.openxmlformats.org/drawingml/2006/main">
            <a:off x="9610725" y="7067550"/>
            <a:ext cx="1657350" cy="438150"/>
          </a:xfrm>
          <a:prstGeom xmlns:a="http://schemas.openxmlformats.org/drawingml/2006/main" prst="roundRect">
            <a:avLst>
              <a:gd name="adj" fmla="val 21739"/>
            </a:avLst>
          </a:prstGeom>
          <a:solidFill xmlns:a="http://schemas.openxmlformats.org/drawingml/2006/main">
            <a:srgbClr val="EDF5FF"/>
          </a:solidFill>
          <a:ln xmlns:a="http://schemas.openxmlformats.org/drawingml/2006/main" w="12383">
            <a:solidFill>
              <a:srgbClr val="CEDBE8"/>
            </a:solidFill>
          </a:ln>
        </p:spPr>
      </p:sp>
      <p:sp>
        <p:nvSpPr>
          <p:cNvPr id="63" name="">
            <a:extLst xmlns:a="http://schemas.openxmlformats.org/drawingml/2006/main">
              <a:ext uri="{FF2B5EF4-FFF2-40B4-BE49-F238E27FC236}">
                <a16:creationId xmlns:a16="http://schemas.microsoft.com/office/drawing/2014/main" id="{5EE89F37-9E93-4E8A-9989-2D474A11C15A}"/>
              </a:ext>
            </a:extLst>
          </p:cNvPr>
          <p:cNvSpPr>
            <a:spLocks xmlns:a="http://schemas.openxmlformats.org/drawingml/2006/main" noGrp="1"/>
          </p:cNvSpPr>
          <p:nvPr/>
        </p:nvSpPr>
        <p:spPr>
          <a:xfrm xmlns:a="http://schemas.openxmlformats.org/drawingml/2006/main">
            <a:off x="9705975" y="7124700"/>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102D50"/>
                </a:solidFill>
                <a:latin typeface="Noto Sans CJK KR"/>
                <a:ea typeface="Noto Sans CJK KR"/>
                <a:cs typeface="Noto Sans CJK KR"/>
              </a:defRPr>
            </a:pPr>
            <a:r>
              <a:rPr sz="1575" b="1">
                <a:solidFill>
                  <a:srgbClr val="102D50"/>
                </a:solidFill>
                <a:latin typeface="Noto Sans CJK KR"/>
                <a:ea typeface="Noto Sans CJK KR"/>
                <a:cs typeface="Noto Sans CJK KR"/>
              </a:rPr>
              <a:t>Cache</a:t>
            </a:r>
          </a:p>
        </p:txBody>
      </p:sp>
      <p:sp>
        <p:nvSpPr>
          <p:cNvPr id="64" name="">
            <a:extLst xmlns:a="http://schemas.openxmlformats.org/drawingml/2006/main">
              <a:ext uri="{FF2B5EF4-FFF2-40B4-BE49-F238E27FC236}">
                <a16:creationId xmlns:a16="http://schemas.microsoft.com/office/drawing/2014/main" id="{177571F7-ED1C-48EC-A14F-CCF9D02951F0}"/>
              </a:ext>
            </a:extLst>
          </p:cNvPr>
          <p:cNvSpPr>
            <a:spLocks xmlns:a="http://schemas.openxmlformats.org/drawingml/2006/main" noGrp="1"/>
          </p:cNvSpPr>
          <p:nvPr/>
        </p:nvSpPr>
        <p:spPr>
          <a:xfrm xmlns:a="http://schemas.openxmlformats.org/drawingml/2006/main">
            <a:off x="11696700" y="7067550"/>
            <a:ext cx="1657350" cy="438150"/>
          </a:xfrm>
          <a:prstGeom xmlns:a="http://schemas.openxmlformats.org/drawingml/2006/main" prst="roundRect">
            <a:avLst>
              <a:gd name="adj" fmla="val 21739"/>
            </a:avLst>
          </a:prstGeom>
          <a:solidFill xmlns:a="http://schemas.openxmlformats.org/drawingml/2006/main">
            <a:srgbClr val="EDF5FF"/>
          </a:solidFill>
          <a:ln xmlns:a="http://schemas.openxmlformats.org/drawingml/2006/main" w="12383">
            <a:solidFill>
              <a:srgbClr val="CEDBE8"/>
            </a:solidFill>
          </a:ln>
        </p:spPr>
      </p:sp>
      <p:sp>
        <p:nvSpPr>
          <p:cNvPr id="65" name="">
            <a:extLst xmlns:a="http://schemas.openxmlformats.org/drawingml/2006/main">
              <a:ext uri="{FF2B5EF4-FFF2-40B4-BE49-F238E27FC236}">
                <a16:creationId xmlns:a16="http://schemas.microsoft.com/office/drawing/2014/main" id="{363082AB-469E-484F-BFDF-CDA7BCEF835D}"/>
              </a:ext>
            </a:extLst>
          </p:cNvPr>
          <p:cNvSpPr>
            <a:spLocks xmlns:a="http://schemas.openxmlformats.org/drawingml/2006/main" noGrp="1"/>
          </p:cNvSpPr>
          <p:nvPr/>
        </p:nvSpPr>
        <p:spPr>
          <a:xfrm xmlns:a="http://schemas.openxmlformats.org/drawingml/2006/main">
            <a:off x="11791950" y="7124700"/>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102D50"/>
                </a:solidFill>
                <a:latin typeface="Noto Sans CJK KR"/>
                <a:ea typeface="Noto Sans CJK KR"/>
                <a:cs typeface="Noto Sans CJK KR"/>
              </a:defRPr>
            </a:pPr>
            <a:r>
              <a:rPr sz="1575" b="1">
                <a:solidFill>
                  <a:srgbClr val="102D50"/>
                </a:solidFill>
                <a:latin typeface="Noto Sans CJK KR"/>
                <a:ea typeface="Noto Sans CJK KR"/>
                <a:cs typeface="Noto Sans CJK KR"/>
              </a:rPr>
              <a:t>Result</a:t>
            </a:r>
          </a:p>
        </p:txBody>
      </p:sp>
      <p:cxnSp>
        <p:nvCxnSpPr>
          <p:cNvPr id="140" name=""/>
          <p:cNvCxnSpPr>
            <a:stCxn xmlns:a="http://schemas.openxmlformats.org/drawingml/2006/main" id="56" idx="3"/>
            <a:endCxn xmlns:a="http://schemas.openxmlformats.org/drawingml/2006/main" id="58" idx="1"/>
          </p:cNvCxnSpPr>
          <p:nvPr/>
        </p:nvCxnSpPr>
        <p:spPr>
          <a:xfrm xmlns:a="http://schemas.openxmlformats.org/drawingml/2006/main">
            <a:off x="4791075" y="7286625"/>
            <a:ext cx="428625"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141" name=""/>
          <p:cNvCxnSpPr>
            <a:stCxn xmlns:a="http://schemas.openxmlformats.org/drawingml/2006/main" id="58" idx="3"/>
            <a:endCxn xmlns:a="http://schemas.openxmlformats.org/drawingml/2006/main" id="60" idx="1"/>
          </p:cNvCxnSpPr>
          <p:nvPr/>
        </p:nvCxnSpPr>
        <p:spPr>
          <a:xfrm xmlns:a="http://schemas.openxmlformats.org/drawingml/2006/main">
            <a:off x="6838950" y="7286625"/>
            <a:ext cx="428625"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142" name=""/>
          <p:cNvCxnSpPr>
            <a:stCxn xmlns:a="http://schemas.openxmlformats.org/drawingml/2006/main" id="60" idx="3"/>
            <a:endCxn xmlns:a="http://schemas.openxmlformats.org/drawingml/2006/main" id="62" idx="1"/>
          </p:cNvCxnSpPr>
          <p:nvPr/>
        </p:nvCxnSpPr>
        <p:spPr>
          <a:xfrm xmlns:a="http://schemas.openxmlformats.org/drawingml/2006/main">
            <a:off x="9182100" y="7286625"/>
            <a:ext cx="428625"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143" name=""/>
          <p:cNvCxnSpPr>
            <a:stCxn xmlns:a="http://schemas.openxmlformats.org/drawingml/2006/main" id="62" idx="3"/>
            <a:endCxn xmlns:a="http://schemas.openxmlformats.org/drawingml/2006/main" id="64" idx="1"/>
          </p:cNvCxnSpPr>
          <p:nvPr/>
        </p:nvCxnSpPr>
        <p:spPr>
          <a:xfrm xmlns:a="http://schemas.openxmlformats.org/drawingml/2006/main">
            <a:off x="11268075" y="7286625"/>
            <a:ext cx="428625"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sp>
        <p:nvSpPr>
          <p:cNvPr id="70" name="">
            <a:extLst xmlns:a="http://schemas.openxmlformats.org/drawingml/2006/main">
              <a:ext uri="{FF2B5EF4-FFF2-40B4-BE49-F238E27FC236}">
                <a16:creationId xmlns:a16="http://schemas.microsoft.com/office/drawing/2014/main" id="{CDABAEAA-90A6-4924-BD29-85A8592BC487}"/>
              </a:ext>
            </a:extLst>
          </p:cNvPr>
          <p:cNvSpPr>
            <a:spLocks xmlns:a="http://schemas.openxmlformats.org/drawingml/2006/main" noGrp="1"/>
          </p:cNvSpPr>
          <p:nvPr/>
        </p:nvSpPr>
        <p:spPr>
          <a:xfrm xmlns:a="http://schemas.openxmlformats.org/drawingml/2006/main">
            <a:off x="7572375" y="7686675"/>
            <a:ext cx="1304925" cy="285750"/>
          </a:xfrm>
          <a:prstGeom xmlns:a="http://schemas.openxmlformats.org/drawingml/2006/main" prst="roundRect">
            <a:avLst>
              <a:gd name="adj" fmla="val 33333"/>
            </a:avLst>
          </a:prstGeom>
          <a:solidFill xmlns:a="http://schemas.openxmlformats.org/drawingml/2006/main">
            <a:srgbClr val="FFFFFF"/>
          </a:solidFill>
          <a:ln xmlns:a="http://schemas.openxmlformats.org/drawingml/2006/main" w="12383">
            <a:solidFill>
              <a:srgbClr val="CEDBE8"/>
            </a:solidFill>
          </a:ln>
        </p:spPr>
      </p:sp>
      <p:sp>
        <p:nvSpPr>
          <p:cNvPr id="71" name="">
            <a:extLst xmlns:a="http://schemas.openxmlformats.org/drawingml/2006/main">
              <a:ext uri="{FF2B5EF4-FFF2-40B4-BE49-F238E27FC236}">
                <a16:creationId xmlns:a16="http://schemas.microsoft.com/office/drawing/2014/main" id="{537EAEAC-C7F3-49F2-868C-9A846F52B3BE}"/>
              </a:ext>
            </a:extLst>
          </p:cNvPr>
          <p:cNvSpPr>
            <a:spLocks xmlns:a="http://schemas.openxmlformats.org/drawingml/2006/main" noGrp="1"/>
          </p:cNvSpPr>
          <p:nvPr/>
        </p:nvSpPr>
        <p:spPr>
          <a:xfrm xmlns:a="http://schemas.openxmlformats.org/drawingml/2006/main">
            <a:off x="7667625" y="7743825"/>
            <a:ext cx="11144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102D50"/>
                </a:solidFill>
                <a:latin typeface="Noto Sans CJK KR"/>
                <a:ea typeface="Noto Sans CJK KR"/>
                <a:cs typeface="Noto Sans CJK KR"/>
              </a:defRPr>
            </a:pPr>
            <a:r>
              <a:rPr sz="1275" b="1">
                <a:solidFill>
                  <a:srgbClr val="102D50"/>
                </a:solidFill>
                <a:latin typeface="Noto Sans CJK KR"/>
                <a:ea typeface="Noto Sans CJK KR"/>
                <a:cs typeface="Noto Sans CJK KR"/>
              </a:rPr>
              <a:t>추가 Tool</a:t>
            </a:r>
          </a:p>
        </p:txBody>
      </p:sp>
      <p:cxnSp>
        <p:nvCxnSpPr>
          <p:cNvPr id="146" name=""/>
          <p:cNvCxnSpPr>
            <a:stCxn xmlns:a="http://schemas.openxmlformats.org/drawingml/2006/main" id="60" idx="2"/>
            <a:endCxn xmlns:a="http://schemas.openxmlformats.org/drawingml/2006/main" id="70" idx="0"/>
          </p:cNvCxnSpPr>
          <p:nvPr/>
        </p:nvCxnSpPr>
        <p:spPr>
          <a:xfrm xmlns:a="http://schemas.openxmlformats.org/drawingml/2006/main">
            <a:off x="8224838" y="7505700"/>
            <a:ext cx="0" cy="180975"/>
          </a:xfrm>
          <a:prstGeom xmlns:a="http://schemas.openxmlformats.org/drawingml/2006/main" prst="straightConnector1">
            <a:avLst/>
          </a:prstGeom>
          <a:ln xmlns:a="http://schemas.openxmlformats.org/drawingml/2006/main" w="22860">
            <a:solidFill>
              <a:srgbClr val="1769D2"/>
            </a:solidFill>
            <a:prstDash val="dash"/>
            <a:headEnd type="triangle" w="med" len="med"/>
            <a:tailEnd type="triangle" w="med" len="med"/>
          </a:ln>
        </p:spPr>
      </p:cxnSp>
      <p:sp>
        <p:nvSpPr>
          <p:cNvPr id="73" name="">
            <a:extLst xmlns:a="http://schemas.openxmlformats.org/drawingml/2006/main">
              <a:ext uri="{FF2B5EF4-FFF2-40B4-BE49-F238E27FC236}">
                <a16:creationId xmlns:a16="http://schemas.microsoft.com/office/drawing/2014/main" id="{2F246796-BC1F-4FF3-9695-948CCB10EA73}"/>
              </a:ext>
            </a:extLst>
          </p:cNvPr>
          <p:cNvSpPr>
            <a:spLocks xmlns:a="http://schemas.openxmlformats.org/drawingml/2006/main" noGrp="1"/>
          </p:cNvSpPr>
          <p:nvPr/>
        </p:nvSpPr>
        <p:spPr>
          <a:xfrm xmlns:a="http://schemas.openxmlformats.org/drawingml/2006/main">
            <a:off x="8982075" y="7677150"/>
            <a:ext cx="1485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60748A"/>
                </a:solidFill>
                <a:latin typeface="Noto Sans CJK KR"/>
                <a:ea typeface="Noto Sans CJK KR"/>
                <a:cs typeface="Noto Sans CJK KR"/>
              </a:defRPr>
            </a:pPr>
            <a:r>
              <a:rPr sz="1275" b="0">
                <a:solidFill>
                  <a:srgbClr val="60748A"/>
                </a:solidFill>
                <a:latin typeface="Noto Sans CJK KR"/>
                <a:ea typeface="Noto Sans CJK KR"/>
                <a:cs typeface="Noto Sans CJK KR"/>
              </a:rPr>
              <a:t>필요 시</a:t>
            </a:r>
          </a:p>
        </p:txBody>
      </p:sp>
      <p:sp>
        <p:nvSpPr>
          <p:cNvPr id="74" name="">
            <a:extLst xmlns:a="http://schemas.openxmlformats.org/drawingml/2006/main">
              <a:ext uri="{FF2B5EF4-FFF2-40B4-BE49-F238E27FC236}">
                <a16:creationId xmlns:a16="http://schemas.microsoft.com/office/drawing/2014/main" id="{75649AB0-2240-48DC-8945-DFDD0DFE7F2E}"/>
              </a:ext>
            </a:extLst>
          </p:cNvPr>
          <p:cNvSpPr>
            <a:spLocks xmlns:a="http://schemas.openxmlformats.org/drawingml/2006/main" noGrp="1"/>
          </p:cNvSpPr>
          <p:nvPr/>
        </p:nvSpPr>
        <p:spPr>
          <a:xfrm xmlns:a="http://schemas.openxmlformats.org/drawingml/2006/main">
            <a:off x="1428750" y="8048625"/>
            <a:ext cx="1190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0748A"/>
                </a:solidFill>
                <a:latin typeface="Noto Sans CJK KR"/>
                <a:ea typeface="Noto Sans CJK KR"/>
                <a:cs typeface="Noto Sans CJK KR"/>
              </a:defRPr>
            </a:pPr>
            <a:r>
              <a:rPr sz="1425" b="0">
                <a:solidFill>
                  <a:srgbClr val="60748A"/>
                </a:solidFill>
                <a:latin typeface="Noto Sans CJK KR"/>
                <a:ea typeface="Noto Sans CJK KR"/>
                <a:cs typeface="Noto Sans CJK KR"/>
              </a:rPr>
              <a:t>개선 후 응답시간: [실측값 입력]   ·   Multi-Agent의 속도 효과는 실행 방식과 측정으로 확인</a:t>
            </a:r>
          </a:p>
        </p:txBody>
      </p:sp>
    </p:spTree>
    <p:extLst>
      <p:ext uri="{BB962C8B-B14F-4D97-AF65-F5344CB8AC3E}">
        <p14:creationId xmlns:p14="http://schemas.microsoft.com/office/powerpoint/2010/main" val="10467241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78FF71C-7D76-454C-8CFE-23598F5B714F}"/>
              </a:ext>
            </a:extLst>
          </p:cNvPr>
          <p:cNvSpPr>
            <a:spLocks xmlns:a="http://schemas.openxmlformats.org/drawingml/2006/main" noGrp="1"/>
          </p:cNvSpPr>
          <p:nvPr/>
        </p:nvSpPr>
        <p:spPr>
          <a:xfrm xmlns:a="http://schemas.openxmlformats.org/drawingml/2006/main">
            <a:off x="609600" y="400050"/>
            <a:ext cx="76200" cy="523875"/>
          </a:xfrm>
          <a:prstGeom xmlns:a="http://schemas.openxmlformats.org/drawingml/2006/main" prst="rect">
            <a:avLst/>
          </a:prstGeom>
          <a:solidFill xmlns:a="http://schemas.openxmlformats.org/drawingml/2006/main">
            <a:srgbClr val="1769D2"/>
          </a:solidFill>
          <a:ln xmlns:a="http://schemas.openxmlformats.org/drawingml/2006/main" w="12383">
            <a:solidFill>
              <a:srgbClr val="1769D2"/>
            </a:solidFill>
          </a:ln>
        </p:spPr>
      </p:sp>
      <p:sp>
        <p:nvSpPr>
          <p:cNvPr id="2" name="">
            <a:extLst xmlns:a="http://schemas.openxmlformats.org/drawingml/2006/main">
              <a:ext uri="{FF2B5EF4-FFF2-40B4-BE49-F238E27FC236}">
                <a16:creationId xmlns:a16="http://schemas.microsoft.com/office/drawing/2014/main" id="{FE74D8B9-CACE-47E1-8A64-8D0988FD0347}"/>
              </a:ext>
            </a:extLst>
          </p:cNvPr>
          <p:cNvSpPr>
            <a:spLocks xmlns:a="http://schemas.openxmlformats.org/drawingml/2006/main" noGrp="1"/>
          </p:cNvSpPr>
          <p:nvPr/>
        </p:nvSpPr>
        <p:spPr>
          <a:xfrm xmlns:a="http://schemas.openxmlformats.org/drawingml/2006/main">
            <a:off x="876300" y="371475"/>
            <a:ext cx="1371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02D50"/>
                </a:solidFill>
                <a:latin typeface="Noto Sans CJK KR"/>
                <a:ea typeface="Noto Sans CJK KR"/>
                <a:cs typeface="Noto Sans CJK KR"/>
              </a:defRPr>
            </a:pPr>
            <a:r>
              <a:rPr sz="3225" b="1">
                <a:solidFill>
                  <a:srgbClr val="102D50"/>
                </a:solidFill>
                <a:latin typeface="Noto Sans CJK KR"/>
                <a:ea typeface="Noto Sans CJK KR"/>
                <a:cs typeface="Noto Sans CJK KR"/>
              </a:rPr>
              <a:t>CMS 데이터 기반 AI Agent 진단 및 업무 연계 구현</a:t>
            </a:r>
          </a:p>
        </p:txBody>
      </p:sp>
      <p:sp>
        <p:nvSpPr>
          <p:cNvPr id="3" name="">
            <a:extLst xmlns:a="http://schemas.openxmlformats.org/drawingml/2006/main">
              <a:ext uri="{FF2B5EF4-FFF2-40B4-BE49-F238E27FC236}">
                <a16:creationId xmlns:a16="http://schemas.microsoft.com/office/drawing/2014/main" id="{6ACFE6B5-2025-4882-BD63-26082BEEAEC7}"/>
              </a:ext>
            </a:extLst>
          </p:cNvPr>
          <p:cNvSpPr>
            <a:spLocks xmlns:a="http://schemas.openxmlformats.org/drawingml/2006/main" noGrp="1"/>
          </p:cNvSpPr>
          <p:nvPr/>
        </p:nvSpPr>
        <p:spPr>
          <a:xfrm xmlns:a="http://schemas.openxmlformats.org/drawingml/2006/main">
            <a:off x="609600" y="111442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60748A"/>
                </a:solidFill>
                <a:latin typeface="Noto Sans CJK KR"/>
                <a:ea typeface="Noto Sans CJK KR"/>
                <a:cs typeface="Noto Sans CJK KR"/>
              </a:defRPr>
            </a:pPr>
            <a:r>
              <a:rPr sz="1875" b="0">
                <a:solidFill>
                  <a:srgbClr val="60748A"/>
                </a:solidFill>
                <a:latin typeface="Noto Sans CJK KR"/>
                <a:ea typeface="Noto Sans CJK KR"/>
                <a:cs typeface="Noto Sans CJK KR"/>
              </a:rPr>
              <a:t>설비 상태 조회부터 종합 진단, 질의응답, 진단 보고서 생성까지 하나의 업무 흐름으로 연결</a:t>
            </a:r>
          </a:p>
        </p:txBody>
      </p:sp>
      <p:sp>
        <p:nvSpPr>
          <p:cNvPr id="4" name="">
            <a:extLst xmlns:a="http://schemas.openxmlformats.org/drawingml/2006/main">
              <a:ext uri="{FF2B5EF4-FFF2-40B4-BE49-F238E27FC236}">
                <a16:creationId xmlns:a16="http://schemas.microsoft.com/office/drawing/2014/main" id="{10EC9040-8D4F-45A8-9F8E-87C3D1F286A7}"/>
              </a:ext>
            </a:extLst>
          </p:cNvPr>
          <p:cNvSpPr>
            <a:spLocks xmlns:a="http://schemas.openxmlformats.org/drawingml/2006/main" noGrp="1"/>
          </p:cNvSpPr>
          <p:nvPr/>
        </p:nvSpPr>
        <p:spPr>
          <a:xfrm xmlns:a="http://schemas.openxmlformats.org/drawingml/2006/main">
            <a:off x="609600" y="82391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0748A"/>
                </a:solidFill>
                <a:latin typeface="Noto Sans CJK KR"/>
                <a:ea typeface="Noto Sans CJK KR"/>
                <a:cs typeface="Noto Sans CJK KR"/>
              </a:defRPr>
            </a:pPr>
            <a:r>
              <a:rPr sz="1200" b="0">
                <a:solidFill>
                  <a:srgbClr val="60748A"/>
                </a:solidFill>
                <a:latin typeface="Noto Sans CJK KR"/>
                <a:ea typeface="Noto Sans CJK KR"/>
                <a:cs typeface="Noto Sans CJK KR"/>
              </a:rPr>
              <a:t>CMS AI AGENT</a:t>
            </a:r>
          </a:p>
        </p:txBody>
      </p:sp>
      <p:sp>
        <p:nvSpPr>
          <p:cNvPr id="5" name="">
            <a:extLst xmlns:a="http://schemas.openxmlformats.org/drawingml/2006/main">
              <a:ext uri="{FF2B5EF4-FFF2-40B4-BE49-F238E27FC236}">
                <a16:creationId xmlns:a16="http://schemas.microsoft.com/office/drawing/2014/main" id="{37DE88E1-9BBA-4162-8F14-9297D7F76083}"/>
              </a:ext>
            </a:extLst>
          </p:cNvPr>
          <p:cNvSpPr>
            <a:spLocks xmlns:a="http://schemas.openxmlformats.org/drawingml/2006/main" noGrp="1"/>
          </p:cNvSpPr>
          <p:nvPr/>
        </p:nvSpPr>
        <p:spPr>
          <a:xfrm xmlns:a="http://schemas.openxmlformats.org/drawingml/2006/main">
            <a:off x="14097000" y="8143875"/>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05</a:t>
            </a:r>
          </a:p>
        </p:txBody>
      </p:sp>
      <p:sp>
        <p:nvSpPr>
          <p:cNvPr id="6" name="">
            <a:extLst xmlns:a="http://schemas.openxmlformats.org/drawingml/2006/main">
              <a:ext uri="{FF2B5EF4-FFF2-40B4-BE49-F238E27FC236}">
                <a16:creationId xmlns:a16="http://schemas.microsoft.com/office/drawing/2014/main" id="{81B51F5E-0306-4D91-ACEA-7634EED7B0F1}"/>
              </a:ext>
            </a:extLst>
          </p:cNvPr>
          <p:cNvSpPr>
            <a:spLocks xmlns:a="http://schemas.openxmlformats.org/drawingml/2006/main" noGrp="1"/>
          </p:cNvSpPr>
          <p:nvPr/>
        </p:nvSpPr>
        <p:spPr>
          <a:xfrm xmlns:a="http://schemas.openxmlformats.org/drawingml/2006/main">
            <a:off x="609600" y="1847850"/>
            <a:ext cx="434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1769D2"/>
                </a:solidFill>
                <a:latin typeface="Noto Sans CJK KR"/>
                <a:ea typeface="Noto Sans CJK KR"/>
                <a:cs typeface="Noto Sans CJK KR"/>
              </a:defRPr>
            </a:pPr>
            <a:r>
              <a:rPr sz="1800" b="1">
                <a:solidFill>
                  <a:srgbClr val="1769D2"/>
                </a:solidFill>
                <a:latin typeface="Noto Sans CJK KR"/>
                <a:ea typeface="Noto Sans CJK KR"/>
                <a:cs typeface="Noto Sans CJK KR"/>
              </a:rPr>
              <a:t>Step 1</a:t>
            </a:r>
          </a:p>
        </p:txBody>
      </p:sp>
      <p:sp>
        <p:nvSpPr>
          <p:cNvPr id="7" name="">
            <a:extLst xmlns:a="http://schemas.openxmlformats.org/drawingml/2006/main">
              <a:ext uri="{FF2B5EF4-FFF2-40B4-BE49-F238E27FC236}">
                <a16:creationId xmlns:a16="http://schemas.microsoft.com/office/drawing/2014/main" id="{DE418F75-7F96-4F18-9B17-DCAE6052FA07}"/>
              </a:ext>
            </a:extLst>
          </p:cNvPr>
          <p:cNvSpPr>
            <a:spLocks xmlns:a="http://schemas.openxmlformats.org/drawingml/2006/main" noGrp="1"/>
          </p:cNvSpPr>
          <p:nvPr/>
        </p:nvSpPr>
        <p:spPr>
          <a:xfrm xmlns:a="http://schemas.openxmlformats.org/drawingml/2006/main">
            <a:off x="609600" y="22955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02D50"/>
                </a:solidFill>
                <a:latin typeface="Noto Sans CJK KR"/>
                <a:ea typeface="Noto Sans CJK KR"/>
                <a:cs typeface="Noto Sans CJK KR"/>
              </a:defRPr>
            </a:pPr>
            <a:r>
              <a:rPr sz="2250" b="1">
                <a:solidFill>
                  <a:srgbClr val="102D50"/>
                </a:solidFill>
                <a:latin typeface="Noto Sans CJK KR"/>
                <a:ea typeface="Noto Sans CJK KR"/>
                <a:cs typeface="Noto Sans CJK KR"/>
              </a:rPr>
              <a:t>설비 상태 및 진동 분석</a:t>
            </a:r>
          </a:p>
        </p:txBody>
      </p:sp>
      <p:sp>
        <p:nvSpPr>
          <p:cNvPr id="8" name="">
            <a:extLst xmlns:a="http://schemas.openxmlformats.org/drawingml/2006/main">
              <a:ext uri="{FF2B5EF4-FFF2-40B4-BE49-F238E27FC236}">
                <a16:creationId xmlns:a16="http://schemas.microsoft.com/office/drawing/2014/main" id="{572EB41A-E718-4853-8641-F1C9A87DC01B}"/>
              </a:ext>
            </a:extLst>
          </p:cNvPr>
          <p:cNvSpPr>
            <a:spLocks xmlns:a="http://schemas.openxmlformats.org/drawingml/2006/main" noGrp="1"/>
          </p:cNvSpPr>
          <p:nvPr/>
        </p:nvSpPr>
        <p:spPr>
          <a:xfrm xmlns:a="http://schemas.openxmlformats.org/drawingml/2006/main">
            <a:off x="609600" y="2981325"/>
            <a:ext cx="4343400" cy="2781300"/>
          </a:xfrm>
          <a:prstGeom xmlns:a="http://schemas.openxmlformats.org/drawingml/2006/main" prst="roundRect">
            <a:avLst>
              <a:gd name="adj" fmla="val 2055"/>
            </a:avLst>
          </a:prstGeom>
          <a:solidFill xmlns:a="http://schemas.openxmlformats.org/drawingml/2006/main">
            <a:srgbClr val="F7F9FC"/>
          </a:solidFill>
          <a:ln xmlns:a="http://schemas.openxmlformats.org/drawingml/2006/main" w="12383">
            <a:solidFill>
              <a:srgbClr val="AEBFD0"/>
            </a:solidFill>
          </a:ln>
        </p:spPr>
      </p:sp>
      <p:sp>
        <p:nvSpPr>
          <p:cNvPr id="9" name="">
            <a:extLst xmlns:a="http://schemas.openxmlformats.org/drawingml/2006/main">
              <a:ext uri="{FF2B5EF4-FFF2-40B4-BE49-F238E27FC236}">
                <a16:creationId xmlns:a16="http://schemas.microsoft.com/office/drawing/2014/main" id="{5358E6FE-CFC1-414C-AA36-E7E969505234}"/>
              </a:ext>
            </a:extLst>
          </p:cNvPr>
          <p:cNvSpPr>
            <a:spLocks xmlns:a="http://schemas.openxmlformats.org/drawingml/2006/main" noGrp="1"/>
          </p:cNvSpPr>
          <p:nvPr/>
        </p:nvSpPr>
        <p:spPr>
          <a:xfrm xmlns:a="http://schemas.openxmlformats.org/drawingml/2006/main">
            <a:off x="828675" y="394335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60748A"/>
                </a:solidFill>
                <a:latin typeface="Noto Sans CJK KR"/>
                <a:ea typeface="Noto Sans CJK KR"/>
                <a:cs typeface="Noto Sans CJK KR"/>
              </a:defRPr>
            </a:pPr>
            <a:r>
              <a:rPr sz="1950" b="1">
                <a:solidFill>
                  <a:srgbClr val="60748A"/>
                </a:solidFill>
                <a:latin typeface="Noto Sans CJK KR"/>
                <a:ea typeface="Noto Sans CJK KR"/>
                <a:cs typeface="Noto Sans CJK KR"/>
              </a:rPr>
              <a:t>[실제 시스템 화면 삽입]</a:t>
            </a:r>
          </a:p>
        </p:txBody>
      </p:sp>
      <p:sp>
        <p:nvSpPr>
          <p:cNvPr id="10" name="">
            <a:extLst xmlns:a="http://schemas.openxmlformats.org/drawingml/2006/main">
              <a:ext uri="{FF2B5EF4-FFF2-40B4-BE49-F238E27FC236}">
                <a16:creationId xmlns:a16="http://schemas.microsoft.com/office/drawing/2014/main" id="{14CE3076-C0E8-4F58-BAD6-B331DEA7956E}"/>
              </a:ext>
            </a:extLst>
          </p:cNvPr>
          <p:cNvSpPr>
            <a:spLocks xmlns:a="http://schemas.openxmlformats.org/drawingml/2006/main" noGrp="1"/>
          </p:cNvSpPr>
          <p:nvPr/>
        </p:nvSpPr>
        <p:spPr>
          <a:xfrm xmlns:a="http://schemas.openxmlformats.org/drawingml/2006/main">
            <a:off x="828675" y="441007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대시보드 / Trend·FFT</a:t>
            </a:r>
          </a:p>
        </p:txBody>
      </p:sp>
      <p:sp>
        <p:nvSpPr>
          <p:cNvPr id="11" name="">
            <a:extLst xmlns:a="http://schemas.openxmlformats.org/drawingml/2006/main">
              <a:ext uri="{FF2B5EF4-FFF2-40B4-BE49-F238E27FC236}">
                <a16:creationId xmlns:a16="http://schemas.microsoft.com/office/drawing/2014/main" id="{AF64F3C2-8144-47B1-A9E0-79C2249C08E0}"/>
              </a:ext>
            </a:extLst>
          </p:cNvPr>
          <p:cNvSpPr>
            <a:spLocks xmlns:a="http://schemas.openxmlformats.org/drawingml/2006/main" noGrp="1"/>
          </p:cNvSpPr>
          <p:nvPr/>
        </p:nvSpPr>
        <p:spPr>
          <a:xfrm xmlns:a="http://schemas.openxmlformats.org/drawingml/2006/main">
            <a:off x="5448300" y="1847850"/>
            <a:ext cx="434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1769D2"/>
                </a:solidFill>
                <a:latin typeface="Noto Sans CJK KR"/>
                <a:ea typeface="Noto Sans CJK KR"/>
                <a:cs typeface="Noto Sans CJK KR"/>
              </a:defRPr>
            </a:pPr>
            <a:r>
              <a:rPr sz="1800" b="1">
                <a:solidFill>
                  <a:srgbClr val="1769D2"/>
                </a:solidFill>
                <a:latin typeface="Noto Sans CJK KR"/>
                <a:ea typeface="Noto Sans CJK KR"/>
                <a:cs typeface="Noto Sans CJK KR"/>
              </a:rPr>
              <a:t>Step 2</a:t>
            </a:r>
          </a:p>
        </p:txBody>
      </p:sp>
      <p:sp>
        <p:nvSpPr>
          <p:cNvPr id="12" name="">
            <a:extLst xmlns:a="http://schemas.openxmlformats.org/drawingml/2006/main">
              <a:ext uri="{FF2B5EF4-FFF2-40B4-BE49-F238E27FC236}">
                <a16:creationId xmlns:a16="http://schemas.microsoft.com/office/drawing/2014/main" id="{19DD07A7-6D16-42B9-978D-276359118226}"/>
              </a:ext>
            </a:extLst>
          </p:cNvPr>
          <p:cNvSpPr>
            <a:spLocks xmlns:a="http://schemas.openxmlformats.org/drawingml/2006/main" noGrp="1"/>
          </p:cNvSpPr>
          <p:nvPr/>
        </p:nvSpPr>
        <p:spPr>
          <a:xfrm xmlns:a="http://schemas.openxmlformats.org/drawingml/2006/main">
            <a:off x="5448300" y="22955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02D50"/>
                </a:solidFill>
                <a:latin typeface="Noto Sans CJK KR"/>
                <a:ea typeface="Noto Sans CJK KR"/>
                <a:cs typeface="Noto Sans CJK KR"/>
              </a:defRPr>
            </a:pPr>
            <a:r>
              <a:rPr sz="2250" b="1">
                <a:solidFill>
                  <a:srgbClr val="102D50"/>
                </a:solidFill>
                <a:latin typeface="Noto Sans CJK KR"/>
                <a:ea typeface="Noto Sans CJK KR"/>
                <a:cs typeface="Noto Sans CJK KR"/>
              </a:rPr>
              <a:t>AI Agent 종합 진단</a:t>
            </a:r>
          </a:p>
        </p:txBody>
      </p:sp>
      <p:sp>
        <p:nvSpPr>
          <p:cNvPr id="13" name="">
            <a:extLst xmlns:a="http://schemas.openxmlformats.org/drawingml/2006/main">
              <a:ext uri="{FF2B5EF4-FFF2-40B4-BE49-F238E27FC236}">
                <a16:creationId xmlns:a16="http://schemas.microsoft.com/office/drawing/2014/main" id="{E925BFB1-C9C3-4F56-9BF4-72CB2EAAB0E6}"/>
              </a:ext>
            </a:extLst>
          </p:cNvPr>
          <p:cNvSpPr>
            <a:spLocks xmlns:a="http://schemas.openxmlformats.org/drawingml/2006/main" noGrp="1"/>
          </p:cNvSpPr>
          <p:nvPr/>
        </p:nvSpPr>
        <p:spPr>
          <a:xfrm xmlns:a="http://schemas.openxmlformats.org/drawingml/2006/main">
            <a:off x="5448300" y="2981325"/>
            <a:ext cx="4343400" cy="2781300"/>
          </a:xfrm>
          <a:prstGeom xmlns:a="http://schemas.openxmlformats.org/drawingml/2006/main" prst="roundRect">
            <a:avLst>
              <a:gd name="adj" fmla="val 2055"/>
            </a:avLst>
          </a:prstGeom>
          <a:solidFill xmlns:a="http://schemas.openxmlformats.org/drawingml/2006/main">
            <a:srgbClr val="F7F9FC"/>
          </a:solidFill>
          <a:ln xmlns:a="http://schemas.openxmlformats.org/drawingml/2006/main" w="12383">
            <a:solidFill>
              <a:srgbClr val="AEBFD0"/>
            </a:solidFill>
          </a:ln>
        </p:spPr>
      </p:sp>
      <p:sp>
        <p:nvSpPr>
          <p:cNvPr id="14" name="">
            <a:extLst xmlns:a="http://schemas.openxmlformats.org/drawingml/2006/main">
              <a:ext uri="{FF2B5EF4-FFF2-40B4-BE49-F238E27FC236}">
                <a16:creationId xmlns:a16="http://schemas.microsoft.com/office/drawing/2014/main" id="{905AF330-C021-479A-AA76-ED26FC2307C4}"/>
              </a:ext>
            </a:extLst>
          </p:cNvPr>
          <p:cNvSpPr>
            <a:spLocks xmlns:a="http://schemas.openxmlformats.org/drawingml/2006/main" noGrp="1"/>
          </p:cNvSpPr>
          <p:nvPr/>
        </p:nvSpPr>
        <p:spPr>
          <a:xfrm xmlns:a="http://schemas.openxmlformats.org/drawingml/2006/main">
            <a:off x="5667375" y="394335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60748A"/>
                </a:solidFill>
                <a:latin typeface="Noto Sans CJK KR"/>
                <a:ea typeface="Noto Sans CJK KR"/>
                <a:cs typeface="Noto Sans CJK KR"/>
              </a:defRPr>
            </a:pPr>
            <a:r>
              <a:rPr sz="1950" b="1">
                <a:solidFill>
                  <a:srgbClr val="60748A"/>
                </a:solidFill>
                <a:latin typeface="Noto Sans CJK KR"/>
                <a:ea typeface="Noto Sans CJK KR"/>
                <a:cs typeface="Noto Sans CJK KR"/>
              </a:rPr>
              <a:t>[실제 시스템 화면 삽입]</a:t>
            </a:r>
          </a:p>
        </p:txBody>
      </p:sp>
      <p:sp>
        <p:nvSpPr>
          <p:cNvPr id="15" name="">
            <a:extLst xmlns:a="http://schemas.openxmlformats.org/drawingml/2006/main">
              <a:ext uri="{FF2B5EF4-FFF2-40B4-BE49-F238E27FC236}">
                <a16:creationId xmlns:a16="http://schemas.microsoft.com/office/drawing/2014/main" id="{D3D4E17D-B2AC-42C6-BE8E-99BBE3995E99}"/>
              </a:ext>
            </a:extLst>
          </p:cNvPr>
          <p:cNvSpPr>
            <a:spLocks xmlns:a="http://schemas.openxmlformats.org/drawingml/2006/main" noGrp="1"/>
          </p:cNvSpPr>
          <p:nvPr/>
        </p:nvSpPr>
        <p:spPr>
          <a:xfrm xmlns:a="http://schemas.openxmlformats.org/drawingml/2006/main">
            <a:off x="5667375" y="441007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AI 분석 결과 / 챗봇</a:t>
            </a:r>
          </a:p>
        </p:txBody>
      </p:sp>
      <p:sp>
        <p:nvSpPr>
          <p:cNvPr id="16" name="">
            <a:extLst xmlns:a="http://schemas.openxmlformats.org/drawingml/2006/main">
              <a:ext uri="{FF2B5EF4-FFF2-40B4-BE49-F238E27FC236}">
                <a16:creationId xmlns:a16="http://schemas.microsoft.com/office/drawing/2014/main" id="{64629E1B-3BB0-44C6-9BA8-52680009F995}"/>
              </a:ext>
            </a:extLst>
          </p:cNvPr>
          <p:cNvSpPr>
            <a:spLocks xmlns:a="http://schemas.openxmlformats.org/drawingml/2006/main" noGrp="1"/>
          </p:cNvSpPr>
          <p:nvPr/>
        </p:nvSpPr>
        <p:spPr>
          <a:xfrm xmlns:a="http://schemas.openxmlformats.org/drawingml/2006/main">
            <a:off x="10287000" y="1847850"/>
            <a:ext cx="434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1">
                <a:solidFill>
                  <a:srgbClr val="1769D2"/>
                </a:solidFill>
                <a:latin typeface="Noto Sans CJK KR"/>
                <a:ea typeface="Noto Sans CJK KR"/>
                <a:cs typeface="Noto Sans CJK KR"/>
              </a:defRPr>
            </a:pPr>
            <a:r>
              <a:rPr sz="1800" b="1">
                <a:solidFill>
                  <a:srgbClr val="1769D2"/>
                </a:solidFill>
                <a:latin typeface="Noto Sans CJK KR"/>
                <a:ea typeface="Noto Sans CJK KR"/>
                <a:cs typeface="Noto Sans CJK KR"/>
              </a:rPr>
              <a:t>Step 3</a:t>
            </a:r>
          </a:p>
        </p:txBody>
      </p:sp>
      <p:sp>
        <p:nvSpPr>
          <p:cNvPr id="17" name="">
            <a:extLst xmlns:a="http://schemas.openxmlformats.org/drawingml/2006/main">
              <a:ext uri="{FF2B5EF4-FFF2-40B4-BE49-F238E27FC236}">
                <a16:creationId xmlns:a16="http://schemas.microsoft.com/office/drawing/2014/main" id="{FA3F48BE-64C0-4A69-A68B-041298B7A19A}"/>
              </a:ext>
            </a:extLst>
          </p:cNvPr>
          <p:cNvSpPr>
            <a:spLocks xmlns:a="http://schemas.openxmlformats.org/drawingml/2006/main" noGrp="1"/>
          </p:cNvSpPr>
          <p:nvPr/>
        </p:nvSpPr>
        <p:spPr>
          <a:xfrm xmlns:a="http://schemas.openxmlformats.org/drawingml/2006/main">
            <a:off x="10287000" y="22955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02D50"/>
                </a:solidFill>
                <a:latin typeface="Noto Sans CJK KR"/>
                <a:ea typeface="Noto Sans CJK KR"/>
                <a:cs typeface="Noto Sans CJK KR"/>
              </a:defRPr>
            </a:pPr>
            <a:r>
              <a:rPr sz="2250" b="1">
                <a:solidFill>
                  <a:srgbClr val="102D50"/>
                </a:solidFill>
                <a:latin typeface="Noto Sans CJK KR"/>
                <a:ea typeface="Noto Sans CJK KR"/>
                <a:cs typeface="Noto Sans CJK KR"/>
              </a:rPr>
              <a:t>진단 보고서 생성</a:t>
            </a:r>
          </a:p>
        </p:txBody>
      </p:sp>
      <p:sp>
        <p:nvSpPr>
          <p:cNvPr id="18" name="">
            <a:extLst xmlns:a="http://schemas.openxmlformats.org/drawingml/2006/main">
              <a:ext uri="{FF2B5EF4-FFF2-40B4-BE49-F238E27FC236}">
                <a16:creationId xmlns:a16="http://schemas.microsoft.com/office/drawing/2014/main" id="{59F05699-A918-4C3E-8685-E91E540D52B5}"/>
              </a:ext>
            </a:extLst>
          </p:cNvPr>
          <p:cNvSpPr>
            <a:spLocks xmlns:a="http://schemas.openxmlformats.org/drawingml/2006/main" noGrp="1"/>
          </p:cNvSpPr>
          <p:nvPr/>
        </p:nvSpPr>
        <p:spPr>
          <a:xfrm xmlns:a="http://schemas.openxmlformats.org/drawingml/2006/main">
            <a:off x="10287000" y="2981325"/>
            <a:ext cx="4343400" cy="2781300"/>
          </a:xfrm>
          <a:prstGeom xmlns:a="http://schemas.openxmlformats.org/drawingml/2006/main" prst="roundRect">
            <a:avLst>
              <a:gd name="adj" fmla="val 2055"/>
            </a:avLst>
          </a:prstGeom>
          <a:solidFill xmlns:a="http://schemas.openxmlformats.org/drawingml/2006/main">
            <a:srgbClr val="F7F9FC"/>
          </a:solidFill>
          <a:ln xmlns:a="http://schemas.openxmlformats.org/drawingml/2006/main" w="12383">
            <a:solidFill>
              <a:srgbClr val="AEBFD0"/>
            </a:solidFill>
          </a:ln>
        </p:spPr>
      </p:sp>
      <p:sp>
        <p:nvSpPr>
          <p:cNvPr id="19" name="">
            <a:extLst xmlns:a="http://schemas.openxmlformats.org/drawingml/2006/main">
              <a:ext uri="{FF2B5EF4-FFF2-40B4-BE49-F238E27FC236}">
                <a16:creationId xmlns:a16="http://schemas.microsoft.com/office/drawing/2014/main" id="{A39A315F-E20B-4EB0-89AC-48B69730E3D6}"/>
              </a:ext>
            </a:extLst>
          </p:cNvPr>
          <p:cNvSpPr>
            <a:spLocks xmlns:a="http://schemas.openxmlformats.org/drawingml/2006/main" noGrp="1"/>
          </p:cNvSpPr>
          <p:nvPr/>
        </p:nvSpPr>
        <p:spPr>
          <a:xfrm xmlns:a="http://schemas.openxmlformats.org/drawingml/2006/main">
            <a:off x="10506075" y="394335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60748A"/>
                </a:solidFill>
                <a:latin typeface="Noto Sans CJK KR"/>
                <a:ea typeface="Noto Sans CJK KR"/>
                <a:cs typeface="Noto Sans CJK KR"/>
              </a:defRPr>
            </a:pPr>
            <a:r>
              <a:rPr sz="1950" b="1">
                <a:solidFill>
                  <a:srgbClr val="60748A"/>
                </a:solidFill>
                <a:latin typeface="Noto Sans CJK KR"/>
                <a:ea typeface="Noto Sans CJK KR"/>
                <a:cs typeface="Noto Sans CJK KR"/>
              </a:rPr>
              <a:t>[실제 시스템 화면 삽입]</a:t>
            </a:r>
          </a:p>
        </p:txBody>
      </p:sp>
      <p:sp>
        <p:nvSpPr>
          <p:cNvPr id="20" name="">
            <a:extLst xmlns:a="http://schemas.openxmlformats.org/drawingml/2006/main">
              <a:ext uri="{FF2B5EF4-FFF2-40B4-BE49-F238E27FC236}">
                <a16:creationId xmlns:a16="http://schemas.microsoft.com/office/drawing/2014/main" id="{87C1BFAE-D3F0-4D77-9516-F561E8F40699}"/>
              </a:ext>
            </a:extLst>
          </p:cNvPr>
          <p:cNvSpPr>
            <a:spLocks xmlns:a="http://schemas.openxmlformats.org/drawingml/2006/main" noGrp="1"/>
          </p:cNvSpPr>
          <p:nvPr/>
        </p:nvSpPr>
        <p:spPr>
          <a:xfrm xmlns:a="http://schemas.openxmlformats.org/drawingml/2006/main">
            <a:off x="10506075" y="441007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진단 PPT / 이메일 초안</a:t>
            </a:r>
          </a:p>
        </p:txBody>
      </p:sp>
      <p:cxnSp>
        <p:nvCxnSpPr>
          <p:cNvPr id="54" name=""/>
          <p:cNvCxnSpPr>
            <a:stCxn xmlns:a="http://schemas.openxmlformats.org/drawingml/2006/main" id="8" idx="3"/>
            <a:endCxn xmlns:a="http://schemas.openxmlformats.org/drawingml/2006/main" id="13" idx="1"/>
          </p:cNvCxnSpPr>
          <p:nvPr/>
        </p:nvCxnSpPr>
        <p:spPr>
          <a:xfrm xmlns:a="http://schemas.openxmlformats.org/drawingml/2006/main">
            <a:off x="4953000" y="4371975"/>
            <a:ext cx="4953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cxnSp>
        <p:nvCxnSpPr>
          <p:cNvPr id="55" name=""/>
          <p:cNvCxnSpPr>
            <a:stCxn xmlns:a="http://schemas.openxmlformats.org/drawingml/2006/main" id="13" idx="3"/>
            <a:endCxn xmlns:a="http://schemas.openxmlformats.org/drawingml/2006/main" id="18" idx="1"/>
          </p:cNvCxnSpPr>
          <p:nvPr/>
        </p:nvCxnSpPr>
        <p:spPr>
          <a:xfrm xmlns:a="http://schemas.openxmlformats.org/drawingml/2006/main">
            <a:off x="9791700" y="4371975"/>
            <a:ext cx="495300" cy="0"/>
          </a:xfrm>
          <a:prstGeom xmlns:a="http://schemas.openxmlformats.org/drawingml/2006/main" prst="straightConnector1">
            <a:avLst/>
          </a:prstGeom>
          <a:ln xmlns:a="http://schemas.openxmlformats.org/drawingml/2006/main" w="22860">
            <a:solidFill>
              <a:srgbClr val="1769D2"/>
            </a:solidFill>
            <a:prstDash val="solid"/>
            <a:tailEnd type="triangle" w="med" len="med"/>
          </a:ln>
        </p:spPr>
      </p:cxnSp>
      <p:sp>
        <p:nvSpPr>
          <p:cNvPr id="23" name="">
            <a:extLst xmlns:a="http://schemas.openxmlformats.org/drawingml/2006/main">
              <a:ext uri="{FF2B5EF4-FFF2-40B4-BE49-F238E27FC236}">
                <a16:creationId xmlns:a16="http://schemas.microsoft.com/office/drawing/2014/main" id="{8C1642EE-3BB2-44B3-968F-33F0C718CAD0}"/>
              </a:ext>
            </a:extLst>
          </p:cNvPr>
          <p:cNvSpPr>
            <a:spLocks xmlns:a="http://schemas.openxmlformats.org/drawingml/2006/main" noGrp="1"/>
          </p:cNvSpPr>
          <p:nvPr/>
        </p:nvSpPr>
        <p:spPr>
          <a:xfrm xmlns:a="http://schemas.openxmlformats.org/drawingml/2006/main">
            <a:off x="609600" y="60388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설비 현황 대시보드 조회</a:t>
            </a:r>
          </a:p>
        </p:txBody>
      </p:sp>
      <p:sp>
        <p:nvSpPr>
          <p:cNvPr id="24" name="">
            <a:extLst xmlns:a="http://schemas.openxmlformats.org/drawingml/2006/main">
              <a:ext uri="{FF2B5EF4-FFF2-40B4-BE49-F238E27FC236}">
                <a16:creationId xmlns:a16="http://schemas.microsoft.com/office/drawing/2014/main" id="{6997747B-F2DC-4F95-BBB3-AB7747ED61F2}"/>
              </a:ext>
            </a:extLst>
          </p:cNvPr>
          <p:cNvSpPr>
            <a:spLocks xmlns:a="http://schemas.openxmlformats.org/drawingml/2006/main" noGrp="1"/>
          </p:cNvSpPr>
          <p:nvPr/>
        </p:nvSpPr>
        <p:spPr>
          <a:xfrm xmlns:a="http://schemas.openxmlformats.org/drawingml/2006/main">
            <a:off x="609600" y="643890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Trend 및 FFT 그래프 확인</a:t>
            </a:r>
          </a:p>
        </p:txBody>
      </p:sp>
      <p:sp>
        <p:nvSpPr>
          <p:cNvPr id="25" name="">
            <a:extLst xmlns:a="http://schemas.openxmlformats.org/drawingml/2006/main">
              <a:ext uri="{FF2B5EF4-FFF2-40B4-BE49-F238E27FC236}">
                <a16:creationId xmlns:a16="http://schemas.microsoft.com/office/drawing/2014/main" id="{B3A7E278-CA87-4E91-8FA3-2F857F9B3CDB}"/>
              </a:ext>
            </a:extLst>
          </p:cNvPr>
          <p:cNvSpPr>
            <a:spLocks xmlns:a="http://schemas.openxmlformats.org/drawingml/2006/main" noGrp="1"/>
          </p:cNvSpPr>
          <p:nvPr/>
        </p:nvSpPr>
        <p:spPr>
          <a:xfrm xmlns:a="http://schemas.openxmlformats.org/drawingml/2006/main">
            <a:off x="609600" y="68389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상승 경향·주파수 진단 결과</a:t>
            </a:r>
          </a:p>
        </p:txBody>
      </p:sp>
      <p:sp>
        <p:nvSpPr>
          <p:cNvPr id="26" name="">
            <a:extLst xmlns:a="http://schemas.openxmlformats.org/drawingml/2006/main">
              <a:ext uri="{FF2B5EF4-FFF2-40B4-BE49-F238E27FC236}">
                <a16:creationId xmlns:a16="http://schemas.microsoft.com/office/drawing/2014/main" id="{6CD72FF4-562F-4C58-838B-1131C2836934}"/>
              </a:ext>
            </a:extLst>
          </p:cNvPr>
          <p:cNvSpPr>
            <a:spLocks xmlns:a="http://schemas.openxmlformats.org/drawingml/2006/main" noGrp="1"/>
          </p:cNvSpPr>
          <p:nvPr/>
        </p:nvSpPr>
        <p:spPr>
          <a:xfrm xmlns:a="http://schemas.openxmlformats.org/drawingml/2006/main">
            <a:off x="5448300" y="60388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원인 후보·분석 근거 확인</a:t>
            </a:r>
          </a:p>
        </p:txBody>
      </p:sp>
      <p:sp>
        <p:nvSpPr>
          <p:cNvPr id="27" name="">
            <a:extLst xmlns:a="http://schemas.openxmlformats.org/drawingml/2006/main">
              <a:ext uri="{FF2B5EF4-FFF2-40B4-BE49-F238E27FC236}">
                <a16:creationId xmlns:a16="http://schemas.microsoft.com/office/drawing/2014/main" id="{CEE45A0D-6A1C-4228-848D-A07663C9137D}"/>
              </a:ext>
            </a:extLst>
          </p:cNvPr>
          <p:cNvSpPr>
            <a:spLocks xmlns:a="http://schemas.openxmlformats.org/drawingml/2006/main" noGrp="1"/>
          </p:cNvSpPr>
          <p:nvPr/>
        </p:nvSpPr>
        <p:spPr>
          <a:xfrm xmlns:a="http://schemas.openxmlformats.org/drawingml/2006/main">
            <a:off x="5448300" y="643890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과거 관련 진단 이력 연결</a:t>
            </a:r>
          </a:p>
        </p:txBody>
      </p:sp>
      <p:sp>
        <p:nvSpPr>
          <p:cNvPr id="28" name="">
            <a:extLst xmlns:a="http://schemas.openxmlformats.org/drawingml/2006/main">
              <a:ext uri="{FF2B5EF4-FFF2-40B4-BE49-F238E27FC236}">
                <a16:creationId xmlns:a16="http://schemas.microsoft.com/office/drawing/2014/main" id="{7EE3F4FB-61EC-4B14-89EE-11D60AB939B9}"/>
              </a:ext>
            </a:extLst>
          </p:cNvPr>
          <p:cNvSpPr>
            <a:spLocks xmlns:a="http://schemas.openxmlformats.org/drawingml/2006/main" noGrp="1"/>
          </p:cNvSpPr>
          <p:nvPr/>
        </p:nvSpPr>
        <p:spPr>
          <a:xfrm xmlns:a="http://schemas.openxmlformats.org/drawingml/2006/main">
            <a:off x="5448300" y="68389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챗봇 추가 질문과 Tool 실행</a:t>
            </a:r>
          </a:p>
        </p:txBody>
      </p:sp>
      <p:sp>
        <p:nvSpPr>
          <p:cNvPr id="29" name="">
            <a:extLst xmlns:a="http://schemas.openxmlformats.org/drawingml/2006/main">
              <a:ext uri="{FF2B5EF4-FFF2-40B4-BE49-F238E27FC236}">
                <a16:creationId xmlns:a16="http://schemas.microsoft.com/office/drawing/2014/main" id="{09E695A1-ECBA-4E52-923A-CA2FC9D80051}"/>
              </a:ext>
            </a:extLst>
          </p:cNvPr>
          <p:cNvSpPr>
            <a:spLocks xmlns:a="http://schemas.openxmlformats.org/drawingml/2006/main" noGrp="1"/>
          </p:cNvSpPr>
          <p:nvPr/>
        </p:nvSpPr>
        <p:spPr>
          <a:xfrm xmlns:a="http://schemas.openxmlformats.org/drawingml/2006/main">
            <a:off x="10287000" y="60388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AI 분석 기반 진단 PPT 생성</a:t>
            </a:r>
          </a:p>
        </p:txBody>
      </p:sp>
      <p:sp>
        <p:nvSpPr>
          <p:cNvPr id="30" name="">
            <a:extLst xmlns:a="http://schemas.openxmlformats.org/drawingml/2006/main">
              <a:ext uri="{FF2B5EF4-FFF2-40B4-BE49-F238E27FC236}">
                <a16:creationId xmlns:a16="http://schemas.microsoft.com/office/drawing/2014/main" id="{69E570DC-05CE-43B0-8622-75AA86B255C3}"/>
              </a:ext>
            </a:extLst>
          </p:cNvPr>
          <p:cNvSpPr>
            <a:spLocks xmlns:a="http://schemas.openxmlformats.org/drawingml/2006/main" noGrp="1"/>
          </p:cNvSpPr>
          <p:nvPr/>
        </p:nvSpPr>
        <p:spPr>
          <a:xfrm xmlns:a="http://schemas.openxmlformats.org/drawingml/2006/main">
            <a:off x="10287000" y="643890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Trend·FFT 그래프와 점검 권고</a:t>
            </a:r>
          </a:p>
        </p:txBody>
      </p:sp>
      <p:sp>
        <p:nvSpPr>
          <p:cNvPr id="31" name="">
            <a:extLst xmlns:a="http://schemas.openxmlformats.org/drawingml/2006/main">
              <a:ext uri="{FF2B5EF4-FFF2-40B4-BE49-F238E27FC236}">
                <a16:creationId xmlns:a16="http://schemas.microsoft.com/office/drawing/2014/main" id="{E8B5690D-42BA-40C8-ABB4-0FCB8F9D653A}"/>
              </a:ext>
            </a:extLst>
          </p:cNvPr>
          <p:cNvSpPr>
            <a:spLocks xmlns:a="http://schemas.openxmlformats.org/drawingml/2006/main" noGrp="1"/>
          </p:cNvSpPr>
          <p:nvPr/>
        </p:nvSpPr>
        <p:spPr>
          <a:xfrm xmlns:a="http://schemas.openxmlformats.org/drawingml/2006/main">
            <a:off x="10287000" y="6838950"/>
            <a:ext cx="434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29435D"/>
                </a:solidFill>
                <a:latin typeface="Noto Sans CJK KR"/>
                <a:ea typeface="Noto Sans CJK KR"/>
                <a:cs typeface="Noto Sans CJK KR"/>
              </a:defRPr>
            </a:pPr>
            <a:r>
              <a:rPr sz="1875" b="0">
                <a:solidFill>
                  <a:srgbClr val="29435D"/>
                </a:solidFill>
                <a:latin typeface="Noto Sans CJK KR"/>
                <a:ea typeface="Noto Sans CJK KR"/>
                <a:cs typeface="Noto Sans CJK KR"/>
              </a:rPr>
              <a:t>이메일 초안 생성</a:t>
            </a:r>
          </a:p>
        </p:txBody>
      </p:sp>
      <p:sp>
        <p:nvSpPr>
          <p:cNvPr id="32" name="">
            <a:extLst xmlns:a="http://schemas.openxmlformats.org/drawingml/2006/main">
              <a:ext uri="{FF2B5EF4-FFF2-40B4-BE49-F238E27FC236}">
                <a16:creationId xmlns:a16="http://schemas.microsoft.com/office/drawing/2014/main" id="{CB56E93B-E3C3-4D50-A0AC-C7EEBF634A1E}"/>
              </a:ext>
            </a:extLst>
          </p:cNvPr>
          <p:cNvSpPr>
            <a:spLocks xmlns:a="http://schemas.openxmlformats.org/drawingml/2006/main" noGrp="1"/>
          </p:cNvSpPr>
          <p:nvPr/>
        </p:nvSpPr>
        <p:spPr>
          <a:xfrm xmlns:a="http://schemas.openxmlformats.org/drawingml/2006/main">
            <a:off x="609600" y="7534275"/>
            <a:ext cx="14020800" cy="581025"/>
          </a:xfrm>
          <a:prstGeom xmlns:a="http://schemas.openxmlformats.org/drawingml/2006/main" prst="roundRect">
            <a:avLst>
              <a:gd name="adj" fmla="val 13115"/>
            </a:avLst>
          </a:prstGeom>
          <a:solidFill xmlns:a="http://schemas.openxmlformats.org/drawingml/2006/main">
            <a:srgbClr val="102D50"/>
          </a:solidFill>
          <a:ln xmlns:a="http://schemas.openxmlformats.org/drawingml/2006/main" w="12383">
            <a:solidFill>
              <a:srgbClr val="102D50"/>
            </a:solidFill>
          </a:ln>
        </p:spPr>
      </p:sp>
      <p:sp>
        <p:nvSpPr>
          <p:cNvPr id="33" name="">
            <a:extLst xmlns:a="http://schemas.openxmlformats.org/drawingml/2006/main">
              <a:ext uri="{FF2B5EF4-FFF2-40B4-BE49-F238E27FC236}">
                <a16:creationId xmlns:a16="http://schemas.microsoft.com/office/drawing/2014/main" id="{8ABD0DD6-D2EF-4D3A-A99B-02A148D449C9}"/>
              </a:ext>
            </a:extLst>
          </p:cNvPr>
          <p:cNvSpPr>
            <a:spLocks xmlns:a="http://schemas.openxmlformats.org/drawingml/2006/main" noGrp="1"/>
          </p:cNvSpPr>
          <p:nvPr/>
        </p:nvSpPr>
        <p:spPr>
          <a:xfrm xmlns:a="http://schemas.openxmlformats.org/drawingml/2006/main">
            <a:off x="819150" y="7620000"/>
            <a:ext cx="1360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FFFFFF"/>
                </a:solidFill>
                <a:latin typeface="Noto Sans CJK KR"/>
                <a:ea typeface="Noto Sans CJK KR"/>
                <a:cs typeface="Noto Sans CJK KR"/>
              </a:defRPr>
            </a:pPr>
            <a:r>
              <a:rPr sz="2175" b="1">
                <a:solidFill>
                  <a:srgbClr val="FFFFFF"/>
                </a:solidFill>
                <a:latin typeface="Noto Sans CJK KR"/>
                <a:ea typeface="Noto Sans CJK KR"/>
                <a:cs typeface="Noto Sans CJK KR"/>
              </a:rPr>
              <a:t>분석 → 해석 → 질의응답 → 보고서 작성으로 이어지는 진단 업무 지원 체계</a:t>
            </a:r>
          </a:p>
        </p:txBody>
      </p:sp>
    </p:spTree>
    <p:extLst>
      <p:ext uri="{BB962C8B-B14F-4D97-AF65-F5344CB8AC3E}">
        <p14:creationId xmlns:p14="http://schemas.microsoft.com/office/powerpoint/2010/main" val="19477382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D6B24D3-29D9-4643-B3AF-BBFAE193F22C}"/>
              </a:ext>
            </a:extLst>
          </p:cNvPr>
          <p:cNvSpPr>
            <a:spLocks xmlns:a="http://schemas.openxmlformats.org/drawingml/2006/main" noGrp="1"/>
          </p:cNvSpPr>
          <p:nvPr/>
        </p:nvSpPr>
        <p:spPr>
          <a:xfrm xmlns:a="http://schemas.openxmlformats.org/drawingml/2006/main">
            <a:off x="609600" y="400050"/>
            <a:ext cx="76200" cy="523875"/>
          </a:xfrm>
          <a:prstGeom xmlns:a="http://schemas.openxmlformats.org/drawingml/2006/main" prst="rect">
            <a:avLst/>
          </a:prstGeom>
          <a:solidFill xmlns:a="http://schemas.openxmlformats.org/drawingml/2006/main">
            <a:srgbClr val="1769D2"/>
          </a:solidFill>
          <a:ln xmlns:a="http://schemas.openxmlformats.org/drawingml/2006/main" w="12383">
            <a:solidFill>
              <a:srgbClr val="1769D2"/>
            </a:solidFill>
          </a:ln>
        </p:spPr>
      </p:sp>
      <p:sp>
        <p:nvSpPr>
          <p:cNvPr id="2" name="">
            <a:extLst xmlns:a="http://schemas.openxmlformats.org/drawingml/2006/main">
              <a:ext uri="{FF2B5EF4-FFF2-40B4-BE49-F238E27FC236}">
                <a16:creationId xmlns:a16="http://schemas.microsoft.com/office/drawing/2014/main" id="{CB4B0B7A-79AC-44F5-8CC5-32CD766A7B07}"/>
              </a:ext>
            </a:extLst>
          </p:cNvPr>
          <p:cNvSpPr>
            <a:spLocks xmlns:a="http://schemas.openxmlformats.org/drawingml/2006/main" noGrp="1"/>
          </p:cNvSpPr>
          <p:nvPr/>
        </p:nvSpPr>
        <p:spPr>
          <a:xfrm xmlns:a="http://schemas.openxmlformats.org/drawingml/2006/main">
            <a:off x="876300" y="371475"/>
            <a:ext cx="1371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02D50"/>
                </a:solidFill>
                <a:latin typeface="Noto Sans CJK KR"/>
                <a:ea typeface="Noto Sans CJK KR"/>
                <a:cs typeface="Noto Sans CJK KR"/>
              </a:defRPr>
            </a:pPr>
            <a:r>
              <a:rPr sz="3225" b="1">
                <a:solidFill>
                  <a:srgbClr val="102D50"/>
                </a:solidFill>
                <a:latin typeface="Noto Sans CJK KR"/>
                <a:ea typeface="Noto Sans CJK KR"/>
                <a:cs typeface="Noto Sans CJK KR"/>
              </a:rPr>
              <a:t>Rule-based 분석과 Multi-Agent 결합을 통한 CMS 진단 지능화</a:t>
            </a:r>
          </a:p>
        </p:txBody>
      </p:sp>
      <p:sp>
        <p:nvSpPr>
          <p:cNvPr id="3" name="">
            <a:extLst xmlns:a="http://schemas.openxmlformats.org/drawingml/2006/main">
              <a:ext uri="{FF2B5EF4-FFF2-40B4-BE49-F238E27FC236}">
                <a16:creationId xmlns:a16="http://schemas.microsoft.com/office/drawing/2014/main" id="{14B5F1F2-95BC-4BEA-B9F0-5819B03F9BB3}"/>
              </a:ext>
            </a:extLst>
          </p:cNvPr>
          <p:cNvSpPr>
            <a:spLocks xmlns:a="http://schemas.openxmlformats.org/drawingml/2006/main" noGrp="1"/>
          </p:cNvSpPr>
          <p:nvPr/>
        </p:nvSpPr>
        <p:spPr>
          <a:xfrm xmlns:a="http://schemas.openxmlformats.org/drawingml/2006/main">
            <a:off x="609600" y="1114425"/>
            <a:ext cx="1400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60748A"/>
                </a:solidFill>
                <a:latin typeface="Noto Sans CJK KR"/>
                <a:ea typeface="Noto Sans CJK KR"/>
                <a:cs typeface="Noto Sans CJK KR"/>
              </a:defRPr>
            </a:pPr>
            <a:r>
              <a:rPr sz="1875" b="0">
                <a:solidFill>
                  <a:srgbClr val="60748A"/>
                </a:solidFill>
                <a:latin typeface="Noto Sans CJK KR"/>
                <a:ea typeface="Noto Sans CJK KR"/>
                <a:cs typeface="Noto Sans CJK KR"/>
              </a:rPr>
              <a:t>분석의 깊이, 시스템 응답 효율, 실무 활용성을 함께 고려한 AI Agent 아키텍처 구축</a:t>
            </a:r>
          </a:p>
        </p:txBody>
      </p:sp>
      <p:sp>
        <p:nvSpPr>
          <p:cNvPr id="4" name="">
            <a:extLst xmlns:a="http://schemas.openxmlformats.org/drawingml/2006/main">
              <a:ext uri="{FF2B5EF4-FFF2-40B4-BE49-F238E27FC236}">
                <a16:creationId xmlns:a16="http://schemas.microsoft.com/office/drawing/2014/main" id="{7EC95E8B-7ABB-40DB-80A3-60A99F8C1B50}"/>
              </a:ext>
            </a:extLst>
          </p:cNvPr>
          <p:cNvSpPr>
            <a:spLocks xmlns:a="http://schemas.openxmlformats.org/drawingml/2006/main" noGrp="1"/>
          </p:cNvSpPr>
          <p:nvPr/>
        </p:nvSpPr>
        <p:spPr>
          <a:xfrm xmlns:a="http://schemas.openxmlformats.org/drawingml/2006/main">
            <a:off x="609600" y="82391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0748A"/>
                </a:solidFill>
                <a:latin typeface="Noto Sans CJK KR"/>
                <a:ea typeface="Noto Sans CJK KR"/>
                <a:cs typeface="Noto Sans CJK KR"/>
              </a:defRPr>
            </a:pPr>
            <a:r>
              <a:rPr sz="1200" b="0">
                <a:solidFill>
                  <a:srgbClr val="60748A"/>
                </a:solidFill>
                <a:latin typeface="Noto Sans CJK KR"/>
                <a:ea typeface="Noto Sans CJK KR"/>
                <a:cs typeface="Noto Sans CJK KR"/>
              </a:rPr>
              <a:t>CMS AI AGENT</a:t>
            </a:r>
          </a:p>
        </p:txBody>
      </p:sp>
      <p:sp>
        <p:nvSpPr>
          <p:cNvPr id="5" name="">
            <a:extLst xmlns:a="http://schemas.openxmlformats.org/drawingml/2006/main">
              <a:ext uri="{FF2B5EF4-FFF2-40B4-BE49-F238E27FC236}">
                <a16:creationId xmlns:a16="http://schemas.microsoft.com/office/drawing/2014/main" id="{A191175E-B454-4E84-A090-A5B170AED130}"/>
              </a:ext>
            </a:extLst>
          </p:cNvPr>
          <p:cNvSpPr>
            <a:spLocks xmlns:a="http://schemas.openxmlformats.org/drawingml/2006/main" noGrp="1"/>
          </p:cNvSpPr>
          <p:nvPr/>
        </p:nvSpPr>
        <p:spPr>
          <a:xfrm xmlns:a="http://schemas.openxmlformats.org/drawingml/2006/main">
            <a:off x="14097000" y="8143875"/>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75" b="0">
                <a:solidFill>
                  <a:srgbClr val="60748A"/>
                </a:solidFill>
                <a:latin typeface="Noto Sans CJK KR"/>
                <a:ea typeface="Noto Sans CJK KR"/>
                <a:cs typeface="Noto Sans CJK KR"/>
              </a:defRPr>
            </a:pPr>
            <a:r>
              <a:rPr sz="1575" b="0">
                <a:solidFill>
                  <a:srgbClr val="60748A"/>
                </a:solidFill>
                <a:latin typeface="Noto Sans CJK KR"/>
                <a:ea typeface="Noto Sans CJK KR"/>
                <a:cs typeface="Noto Sans CJK KR"/>
              </a:rPr>
              <a:t>06</a:t>
            </a:r>
          </a:p>
        </p:txBody>
      </p:sp>
      <p:sp>
        <p:nvSpPr>
          <p:cNvPr id="6" name="">
            <a:extLst xmlns:a="http://schemas.openxmlformats.org/drawingml/2006/main">
              <a:ext uri="{FF2B5EF4-FFF2-40B4-BE49-F238E27FC236}">
                <a16:creationId xmlns:a16="http://schemas.microsoft.com/office/drawing/2014/main" id="{9284C504-332F-41EE-B6B9-5184F857C8CF}"/>
              </a:ext>
            </a:extLst>
          </p:cNvPr>
          <p:cNvSpPr>
            <a:spLocks xmlns:a="http://schemas.openxmlformats.org/drawingml/2006/main" noGrp="1"/>
          </p:cNvSpPr>
          <p:nvPr/>
        </p:nvSpPr>
        <p:spPr>
          <a:xfrm xmlns:a="http://schemas.openxmlformats.org/drawingml/2006/main">
            <a:off x="609600" y="1924050"/>
            <a:ext cx="4343400" cy="2562225"/>
          </a:xfrm>
          <a:prstGeom xmlns:a="http://schemas.openxmlformats.org/drawingml/2006/main" prst="roundRect">
            <a:avLst>
              <a:gd name="adj" fmla="val 3717"/>
            </a:avLst>
          </a:prstGeom>
          <a:solidFill xmlns:a="http://schemas.openxmlformats.org/drawingml/2006/main">
            <a:srgbClr val="EDF5FF"/>
          </a:solidFill>
          <a:ln xmlns:a="http://schemas.openxmlformats.org/drawingml/2006/main" w="12383">
            <a:solidFill>
              <a:srgbClr val="BCD3EC"/>
            </a:solidFill>
          </a:ln>
        </p:spPr>
      </p:sp>
      <p:sp>
        <p:nvSpPr>
          <p:cNvPr id="7" name="">
            <a:extLst xmlns:a="http://schemas.openxmlformats.org/drawingml/2006/main">
              <a:ext uri="{FF2B5EF4-FFF2-40B4-BE49-F238E27FC236}">
                <a16:creationId xmlns:a16="http://schemas.microsoft.com/office/drawing/2014/main" id="{4A44625B-3DC9-4217-BAF2-D6051B3A63EF}"/>
              </a:ext>
            </a:extLst>
          </p:cNvPr>
          <p:cNvSpPr>
            <a:spLocks xmlns:a="http://schemas.openxmlformats.org/drawingml/2006/main" noGrp="1"/>
          </p:cNvSpPr>
          <p:nvPr/>
        </p:nvSpPr>
        <p:spPr>
          <a:xfrm xmlns:a="http://schemas.openxmlformats.org/drawingml/2006/main">
            <a:off x="838200" y="2152650"/>
            <a:ext cx="3886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02D50"/>
                </a:solidFill>
                <a:latin typeface="Noto Sans CJK KR"/>
                <a:ea typeface="Noto Sans CJK KR"/>
                <a:cs typeface="Noto Sans CJK KR"/>
              </a:defRPr>
            </a:pPr>
            <a:r>
              <a:rPr sz="2175" b="1">
                <a:solidFill>
                  <a:srgbClr val="102D50"/>
                </a:solidFill>
                <a:latin typeface="Noto Sans CJK KR"/>
                <a:ea typeface="Noto Sans CJK KR"/>
                <a:cs typeface="Noto Sans CJK KR"/>
              </a:rPr>
              <a:t>① 분석 품질 고도화</a:t>
            </a:r>
          </a:p>
        </p:txBody>
      </p:sp>
      <p:sp>
        <p:nvSpPr>
          <p:cNvPr id="8" name="">
            <a:extLst xmlns:a="http://schemas.openxmlformats.org/drawingml/2006/main">
              <a:ext uri="{FF2B5EF4-FFF2-40B4-BE49-F238E27FC236}">
                <a16:creationId xmlns:a16="http://schemas.microsoft.com/office/drawing/2014/main" id="{B37E0D96-9901-44A3-B573-C4FC4BA122EF}"/>
              </a:ext>
            </a:extLst>
          </p:cNvPr>
          <p:cNvSpPr>
            <a:spLocks xmlns:a="http://schemas.openxmlformats.org/drawingml/2006/main" noGrp="1"/>
          </p:cNvSpPr>
          <p:nvPr/>
        </p:nvSpPr>
        <p:spPr>
          <a:xfrm xmlns:a="http://schemas.openxmlformats.org/drawingml/2006/main">
            <a:off x="838200" y="283845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화면 데이터 중심 분석에서 확장</a:t>
            </a:r>
          </a:p>
        </p:txBody>
      </p:sp>
      <p:sp>
        <p:nvSpPr>
          <p:cNvPr id="9" name="">
            <a:extLst xmlns:a="http://schemas.openxmlformats.org/drawingml/2006/main">
              <a:ext uri="{FF2B5EF4-FFF2-40B4-BE49-F238E27FC236}">
                <a16:creationId xmlns:a16="http://schemas.microsoft.com/office/drawing/2014/main" id="{DB35614C-91AC-4F6A-81C3-DA290417E08A}"/>
              </a:ext>
            </a:extLst>
          </p:cNvPr>
          <p:cNvSpPr>
            <a:spLocks xmlns:a="http://schemas.openxmlformats.org/drawingml/2006/main" noGrp="1"/>
          </p:cNvSpPr>
          <p:nvPr/>
        </p:nvSpPr>
        <p:spPr>
          <a:xfrm xmlns:a="http://schemas.openxmlformats.org/drawingml/2006/main">
            <a:off x="838200" y="327660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Trend·FFT·과거 이력 종합 활용</a:t>
            </a:r>
          </a:p>
        </p:txBody>
      </p:sp>
      <p:sp>
        <p:nvSpPr>
          <p:cNvPr id="10" name="">
            <a:extLst xmlns:a="http://schemas.openxmlformats.org/drawingml/2006/main">
              <a:ext uri="{FF2B5EF4-FFF2-40B4-BE49-F238E27FC236}">
                <a16:creationId xmlns:a16="http://schemas.microsoft.com/office/drawing/2014/main" id="{6730C51E-6B6B-4A02-A50F-04BE88A226DC}"/>
              </a:ext>
            </a:extLst>
          </p:cNvPr>
          <p:cNvSpPr>
            <a:spLocks xmlns:a="http://schemas.openxmlformats.org/drawingml/2006/main" noGrp="1"/>
          </p:cNvSpPr>
          <p:nvPr/>
        </p:nvSpPr>
        <p:spPr>
          <a:xfrm xmlns:a="http://schemas.openxmlformats.org/drawingml/2006/main">
            <a:off x="838200" y="371475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근거 기반 원인 후보·점검 방향</a:t>
            </a:r>
          </a:p>
        </p:txBody>
      </p:sp>
      <p:sp>
        <p:nvSpPr>
          <p:cNvPr id="11" name="">
            <a:extLst xmlns:a="http://schemas.openxmlformats.org/drawingml/2006/main">
              <a:ext uri="{FF2B5EF4-FFF2-40B4-BE49-F238E27FC236}">
                <a16:creationId xmlns:a16="http://schemas.microsoft.com/office/drawing/2014/main" id="{B25BC16F-0A80-43DE-9A0F-A2ED179D4576}"/>
              </a:ext>
            </a:extLst>
          </p:cNvPr>
          <p:cNvSpPr>
            <a:spLocks xmlns:a="http://schemas.openxmlformats.org/drawingml/2006/main" noGrp="1"/>
          </p:cNvSpPr>
          <p:nvPr/>
        </p:nvSpPr>
        <p:spPr>
          <a:xfrm xmlns:a="http://schemas.openxmlformats.org/drawingml/2006/main">
            <a:off x="5448300" y="1924050"/>
            <a:ext cx="4343400" cy="2562225"/>
          </a:xfrm>
          <a:prstGeom xmlns:a="http://schemas.openxmlformats.org/drawingml/2006/main" prst="roundRect">
            <a:avLst>
              <a:gd name="adj" fmla="val 3717"/>
            </a:avLst>
          </a:prstGeom>
          <a:solidFill xmlns:a="http://schemas.openxmlformats.org/drawingml/2006/main">
            <a:srgbClr val="EDF5FF"/>
          </a:solidFill>
          <a:ln xmlns:a="http://schemas.openxmlformats.org/drawingml/2006/main" w="12383">
            <a:solidFill>
              <a:srgbClr val="BCD3EC"/>
            </a:solidFill>
          </a:ln>
        </p:spPr>
      </p:sp>
      <p:sp>
        <p:nvSpPr>
          <p:cNvPr id="12" name="">
            <a:extLst xmlns:a="http://schemas.openxmlformats.org/drawingml/2006/main">
              <a:ext uri="{FF2B5EF4-FFF2-40B4-BE49-F238E27FC236}">
                <a16:creationId xmlns:a16="http://schemas.microsoft.com/office/drawing/2014/main" id="{BBAF5F1E-A40B-49A8-8F08-987028CB5FA7}"/>
              </a:ext>
            </a:extLst>
          </p:cNvPr>
          <p:cNvSpPr>
            <a:spLocks xmlns:a="http://schemas.openxmlformats.org/drawingml/2006/main" noGrp="1"/>
          </p:cNvSpPr>
          <p:nvPr/>
        </p:nvSpPr>
        <p:spPr>
          <a:xfrm xmlns:a="http://schemas.openxmlformats.org/drawingml/2006/main">
            <a:off x="5676900" y="2152650"/>
            <a:ext cx="3886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02D50"/>
                </a:solidFill>
                <a:latin typeface="Noto Sans CJK KR"/>
                <a:ea typeface="Noto Sans CJK KR"/>
                <a:cs typeface="Noto Sans CJK KR"/>
              </a:defRPr>
            </a:pPr>
            <a:r>
              <a:rPr sz="2175" b="1">
                <a:solidFill>
                  <a:srgbClr val="102D50"/>
                </a:solidFill>
                <a:latin typeface="Noto Sans CJK KR"/>
                <a:ea typeface="Noto Sans CJK KR"/>
                <a:cs typeface="Noto Sans CJK KR"/>
              </a:rPr>
              <a:t>② AI 처리 효율 최적화</a:t>
            </a:r>
          </a:p>
        </p:txBody>
      </p:sp>
      <p:sp>
        <p:nvSpPr>
          <p:cNvPr id="13" name="">
            <a:extLst xmlns:a="http://schemas.openxmlformats.org/drawingml/2006/main">
              <a:ext uri="{FF2B5EF4-FFF2-40B4-BE49-F238E27FC236}">
                <a16:creationId xmlns:a16="http://schemas.microsoft.com/office/drawing/2014/main" id="{C2C328ED-9B3B-4E13-AFBB-3FD723A444C6}"/>
              </a:ext>
            </a:extLst>
          </p:cNvPr>
          <p:cNvSpPr>
            <a:spLocks xmlns:a="http://schemas.openxmlformats.org/drawingml/2006/main" noGrp="1"/>
          </p:cNvSpPr>
          <p:nvPr/>
        </p:nvSpPr>
        <p:spPr>
          <a:xfrm xmlns:a="http://schemas.openxmlformats.org/drawingml/2006/main">
            <a:off x="5676900" y="283845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Prefetch로 Tool 호출 최소화</a:t>
            </a:r>
          </a:p>
        </p:txBody>
      </p:sp>
      <p:sp>
        <p:nvSpPr>
          <p:cNvPr id="14" name="">
            <a:extLst xmlns:a="http://schemas.openxmlformats.org/drawingml/2006/main">
              <a:ext uri="{FF2B5EF4-FFF2-40B4-BE49-F238E27FC236}">
                <a16:creationId xmlns:a16="http://schemas.microsoft.com/office/drawing/2014/main" id="{F6550EC7-9F18-46AB-9CAB-2BC0F14D833E}"/>
              </a:ext>
            </a:extLst>
          </p:cNvPr>
          <p:cNvSpPr>
            <a:spLocks xmlns:a="http://schemas.openxmlformats.org/drawingml/2006/main" noGrp="1"/>
          </p:cNvSpPr>
          <p:nvPr/>
        </p:nvSpPr>
        <p:spPr>
          <a:xfrm xmlns:a="http://schemas.openxmlformats.org/drawingml/2006/main">
            <a:off x="5676900" y="327660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전문 Agent 병렬 분석·공통 Hand-off</a:t>
            </a:r>
          </a:p>
        </p:txBody>
      </p:sp>
      <p:sp>
        <p:nvSpPr>
          <p:cNvPr id="15" name="">
            <a:extLst xmlns:a="http://schemas.openxmlformats.org/drawingml/2006/main">
              <a:ext uri="{FF2B5EF4-FFF2-40B4-BE49-F238E27FC236}">
                <a16:creationId xmlns:a16="http://schemas.microsoft.com/office/drawing/2014/main" id="{9A8B9C75-4C09-4502-94EF-90E9D39A68C2}"/>
              </a:ext>
            </a:extLst>
          </p:cNvPr>
          <p:cNvSpPr>
            <a:spLocks xmlns:a="http://schemas.openxmlformats.org/drawingml/2006/main" noGrp="1"/>
          </p:cNvSpPr>
          <p:nvPr/>
        </p:nvSpPr>
        <p:spPr>
          <a:xfrm xmlns:a="http://schemas.openxmlformats.org/drawingml/2006/main">
            <a:off x="5676900" y="371475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캐시 기반 중복 분석 감소</a:t>
            </a:r>
          </a:p>
        </p:txBody>
      </p:sp>
      <p:sp>
        <p:nvSpPr>
          <p:cNvPr id="16" name="">
            <a:extLst xmlns:a="http://schemas.openxmlformats.org/drawingml/2006/main">
              <a:ext uri="{FF2B5EF4-FFF2-40B4-BE49-F238E27FC236}">
                <a16:creationId xmlns:a16="http://schemas.microsoft.com/office/drawing/2014/main" id="{3FBEE876-8FD9-461B-9BCB-87257AB555BB}"/>
              </a:ext>
            </a:extLst>
          </p:cNvPr>
          <p:cNvSpPr>
            <a:spLocks xmlns:a="http://schemas.openxmlformats.org/drawingml/2006/main" noGrp="1"/>
          </p:cNvSpPr>
          <p:nvPr/>
        </p:nvSpPr>
        <p:spPr>
          <a:xfrm xmlns:a="http://schemas.openxmlformats.org/drawingml/2006/main">
            <a:off x="10287000" y="1924050"/>
            <a:ext cx="4343400" cy="2562225"/>
          </a:xfrm>
          <a:prstGeom xmlns:a="http://schemas.openxmlformats.org/drawingml/2006/main" prst="roundRect">
            <a:avLst>
              <a:gd name="adj" fmla="val 3717"/>
            </a:avLst>
          </a:prstGeom>
          <a:solidFill xmlns:a="http://schemas.openxmlformats.org/drawingml/2006/main">
            <a:srgbClr val="EDF5FF"/>
          </a:solidFill>
          <a:ln xmlns:a="http://schemas.openxmlformats.org/drawingml/2006/main" w="12383">
            <a:solidFill>
              <a:srgbClr val="BCD3EC"/>
            </a:solidFill>
          </a:ln>
        </p:spPr>
      </p:sp>
      <p:sp>
        <p:nvSpPr>
          <p:cNvPr id="17" name="">
            <a:extLst xmlns:a="http://schemas.openxmlformats.org/drawingml/2006/main">
              <a:ext uri="{FF2B5EF4-FFF2-40B4-BE49-F238E27FC236}">
                <a16:creationId xmlns:a16="http://schemas.microsoft.com/office/drawing/2014/main" id="{A91112F6-EEF9-40A9-8EB3-4755F6BDD03F}"/>
              </a:ext>
            </a:extLst>
          </p:cNvPr>
          <p:cNvSpPr>
            <a:spLocks xmlns:a="http://schemas.openxmlformats.org/drawingml/2006/main" noGrp="1"/>
          </p:cNvSpPr>
          <p:nvPr/>
        </p:nvSpPr>
        <p:spPr>
          <a:xfrm xmlns:a="http://schemas.openxmlformats.org/drawingml/2006/main">
            <a:off x="10515600" y="2152650"/>
            <a:ext cx="3886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02D50"/>
                </a:solidFill>
                <a:latin typeface="Noto Sans CJK KR"/>
                <a:ea typeface="Noto Sans CJK KR"/>
                <a:cs typeface="Noto Sans CJK KR"/>
              </a:defRPr>
            </a:pPr>
            <a:r>
              <a:rPr sz="2175" b="1">
                <a:solidFill>
                  <a:srgbClr val="102D50"/>
                </a:solidFill>
                <a:latin typeface="Noto Sans CJK KR"/>
                <a:ea typeface="Noto Sans CJK KR"/>
                <a:cs typeface="Noto Sans CJK KR"/>
              </a:rPr>
              <a:t>③ 설비 진단 업무 확장</a:t>
            </a:r>
          </a:p>
        </p:txBody>
      </p:sp>
      <p:sp>
        <p:nvSpPr>
          <p:cNvPr id="18" name="">
            <a:extLst xmlns:a="http://schemas.openxmlformats.org/drawingml/2006/main">
              <a:ext uri="{FF2B5EF4-FFF2-40B4-BE49-F238E27FC236}">
                <a16:creationId xmlns:a16="http://schemas.microsoft.com/office/drawing/2014/main" id="{EC0CCC89-4917-4486-BEC0-35D0D427063F}"/>
              </a:ext>
            </a:extLst>
          </p:cNvPr>
          <p:cNvSpPr>
            <a:spLocks xmlns:a="http://schemas.openxmlformats.org/drawingml/2006/main" noGrp="1"/>
          </p:cNvSpPr>
          <p:nvPr/>
        </p:nvSpPr>
        <p:spPr>
          <a:xfrm xmlns:a="http://schemas.openxmlformats.org/drawingml/2006/main">
            <a:off x="10515600" y="283845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챗봇 대화형 데이터 조회</a:t>
            </a:r>
          </a:p>
        </p:txBody>
      </p:sp>
      <p:sp>
        <p:nvSpPr>
          <p:cNvPr id="19" name="">
            <a:extLst xmlns:a="http://schemas.openxmlformats.org/drawingml/2006/main">
              <a:ext uri="{FF2B5EF4-FFF2-40B4-BE49-F238E27FC236}">
                <a16:creationId xmlns:a16="http://schemas.microsoft.com/office/drawing/2014/main" id="{5C3B0155-A34F-4574-BEFF-B11F6BFBE125}"/>
              </a:ext>
            </a:extLst>
          </p:cNvPr>
          <p:cNvSpPr>
            <a:spLocks xmlns:a="http://schemas.openxmlformats.org/drawingml/2006/main" noGrp="1"/>
          </p:cNvSpPr>
          <p:nvPr/>
        </p:nvSpPr>
        <p:spPr>
          <a:xfrm xmlns:a="http://schemas.openxmlformats.org/drawingml/2006/main">
            <a:off x="10515600" y="327660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AI 종합 분석·진단 결과 제공</a:t>
            </a:r>
          </a:p>
        </p:txBody>
      </p:sp>
      <p:sp>
        <p:nvSpPr>
          <p:cNvPr id="20" name="">
            <a:extLst xmlns:a="http://schemas.openxmlformats.org/drawingml/2006/main">
              <a:ext uri="{FF2B5EF4-FFF2-40B4-BE49-F238E27FC236}">
                <a16:creationId xmlns:a16="http://schemas.microsoft.com/office/drawing/2014/main" id="{C68C2396-C8C8-4193-9F90-72C0CD431530}"/>
              </a:ext>
            </a:extLst>
          </p:cNvPr>
          <p:cNvSpPr>
            <a:spLocks xmlns:a="http://schemas.openxmlformats.org/drawingml/2006/main" noGrp="1"/>
          </p:cNvSpPr>
          <p:nvPr/>
        </p:nvSpPr>
        <p:spPr>
          <a:xfrm xmlns:a="http://schemas.openxmlformats.org/drawingml/2006/main">
            <a:off x="10515600" y="3714750"/>
            <a:ext cx="3886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진단 PPT·이메일 초안 생성</a:t>
            </a:r>
          </a:p>
        </p:txBody>
      </p:sp>
      <p:sp>
        <p:nvSpPr>
          <p:cNvPr id="21" name="">
            <a:extLst xmlns:a="http://schemas.openxmlformats.org/drawingml/2006/main">
              <a:ext uri="{FF2B5EF4-FFF2-40B4-BE49-F238E27FC236}">
                <a16:creationId xmlns:a16="http://schemas.microsoft.com/office/drawing/2014/main" id="{8ABA46E6-8BC2-42EB-8E18-D43DF1EF9E14}"/>
              </a:ext>
            </a:extLst>
          </p:cNvPr>
          <p:cNvSpPr>
            <a:spLocks xmlns:a="http://schemas.openxmlformats.org/drawingml/2006/main" noGrp="1"/>
          </p:cNvSpPr>
          <p:nvPr/>
        </p:nvSpPr>
        <p:spPr>
          <a:xfrm xmlns:a="http://schemas.openxmlformats.org/drawingml/2006/main">
            <a:off x="609600" y="4895850"/>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769D2"/>
                </a:solidFill>
                <a:latin typeface="Noto Sans CJK KR"/>
                <a:ea typeface="Noto Sans CJK KR"/>
                <a:cs typeface="Noto Sans CJK KR"/>
              </a:defRPr>
            </a:pPr>
            <a:r>
              <a:rPr sz="2250" b="1">
                <a:solidFill>
                  <a:srgbClr val="1769D2"/>
                </a:solidFill>
                <a:latin typeface="Noto Sans CJK KR"/>
                <a:ea typeface="Noto Sans CJK KR"/>
                <a:cs typeface="Noto Sans CJK KR"/>
              </a:rPr>
              <a:t>향후 고도화</a:t>
            </a:r>
          </a:p>
        </p:txBody>
      </p:sp>
      <p:sp>
        <p:nvSpPr>
          <p:cNvPr id="22" name="">
            <a:extLst xmlns:a="http://schemas.openxmlformats.org/drawingml/2006/main">
              <a:ext uri="{FF2B5EF4-FFF2-40B4-BE49-F238E27FC236}">
                <a16:creationId xmlns:a16="http://schemas.microsoft.com/office/drawing/2014/main" id="{0B013689-3DCD-4FCF-9889-DB2AA1A62AD7}"/>
              </a:ext>
            </a:extLst>
          </p:cNvPr>
          <p:cNvSpPr>
            <a:spLocks xmlns:a="http://schemas.openxmlformats.org/drawingml/2006/main" noGrp="1"/>
          </p:cNvSpPr>
          <p:nvPr/>
        </p:nvSpPr>
        <p:spPr>
          <a:xfrm xmlns:a="http://schemas.openxmlformats.org/drawingml/2006/main">
            <a:off x="609600" y="5524500"/>
            <a:ext cx="4343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102D50"/>
                </a:solidFill>
                <a:latin typeface="Noto Sans CJK KR"/>
                <a:ea typeface="Noto Sans CJK KR"/>
                <a:cs typeface="Noto Sans CJK KR"/>
              </a:defRPr>
            </a:pPr>
            <a:r>
              <a:rPr sz="1950" b="1">
                <a:solidFill>
                  <a:srgbClr val="102D50"/>
                </a:solidFill>
                <a:latin typeface="Noto Sans CJK KR"/>
                <a:ea typeface="Noto Sans CJK KR"/>
                <a:cs typeface="Noto Sans CJK KR"/>
              </a:rPr>
              <a:t>배포·연계</a:t>
            </a:r>
          </a:p>
        </p:txBody>
      </p:sp>
      <p:sp>
        <p:nvSpPr>
          <p:cNvPr id="23" name="">
            <a:extLst xmlns:a="http://schemas.openxmlformats.org/drawingml/2006/main">
              <a:ext uri="{FF2B5EF4-FFF2-40B4-BE49-F238E27FC236}">
                <a16:creationId xmlns:a16="http://schemas.microsoft.com/office/drawing/2014/main" id="{1F9DD2CF-A9C8-4379-9372-E75FC18860EE}"/>
              </a:ext>
            </a:extLst>
          </p:cNvPr>
          <p:cNvSpPr>
            <a:spLocks xmlns:a="http://schemas.openxmlformats.org/drawingml/2006/main" noGrp="1"/>
          </p:cNvSpPr>
          <p:nvPr/>
        </p:nvSpPr>
        <p:spPr>
          <a:xfrm xmlns:a="http://schemas.openxmlformats.org/drawingml/2006/main">
            <a:off x="609600" y="6010275"/>
            <a:ext cx="434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AWS 배포 및 운영 인프라</a:t>
            </a:r>
          </a:p>
        </p:txBody>
      </p:sp>
      <p:sp>
        <p:nvSpPr>
          <p:cNvPr id="24" name="">
            <a:extLst xmlns:a="http://schemas.openxmlformats.org/drawingml/2006/main">
              <a:ext uri="{FF2B5EF4-FFF2-40B4-BE49-F238E27FC236}">
                <a16:creationId xmlns:a16="http://schemas.microsoft.com/office/drawing/2014/main" id="{9EAB5454-829A-4D54-8598-2C43C662078E}"/>
              </a:ext>
            </a:extLst>
          </p:cNvPr>
          <p:cNvSpPr>
            <a:spLocks xmlns:a="http://schemas.openxmlformats.org/drawingml/2006/main" noGrp="1"/>
          </p:cNvSpPr>
          <p:nvPr/>
        </p:nvSpPr>
        <p:spPr>
          <a:xfrm xmlns:a="http://schemas.openxmlformats.org/drawingml/2006/main">
            <a:off x="609600" y="6391275"/>
            <a:ext cx="434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실시간 CMS 데이터·DB 연계</a:t>
            </a:r>
          </a:p>
        </p:txBody>
      </p:sp>
      <p:sp>
        <p:nvSpPr>
          <p:cNvPr id="25" name="">
            <a:extLst xmlns:a="http://schemas.openxmlformats.org/drawingml/2006/main">
              <a:ext uri="{FF2B5EF4-FFF2-40B4-BE49-F238E27FC236}">
                <a16:creationId xmlns:a16="http://schemas.microsoft.com/office/drawing/2014/main" id="{38AEB410-F882-4ACE-A6C8-31BC4FB3B695}"/>
              </a:ext>
            </a:extLst>
          </p:cNvPr>
          <p:cNvSpPr>
            <a:spLocks xmlns:a="http://schemas.openxmlformats.org/drawingml/2006/main" noGrp="1"/>
          </p:cNvSpPr>
          <p:nvPr/>
        </p:nvSpPr>
        <p:spPr>
          <a:xfrm xmlns:a="http://schemas.openxmlformats.org/drawingml/2006/main">
            <a:off x="5448300" y="5524500"/>
            <a:ext cx="4343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102D50"/>
                </a:solidFill>
                <a:latin typeface="Noto Sans CJK KR"/>
                <a:ea typeface="Noto Sans CJK KR"/>
                <a:cs typeface="Noto Sans CJK KR"/>
              </a:defRPr>
            </a:pPr>
            <a:r>
              <a:rPr sz="1950" b="1">
                <a:solidFill>
                  <a:srgbClr val="102D50"/>
                </a:solidFill>
                <a:latin typeface="Noto Sans CJK KR"/>
                <a:ea typeface="Noto Sans CJK KR"/>
                <a:cs typeface="Noto Sans CJK KR"/>
              </a:rPr>
              <a:t>정확도 검증</a:t>
            </a:r>
          </a:p>
        </p:txBody>
      </p:sp>
      <p:sp>
        <p:nvSpPr>
          <p:cNvPr id="26" name="">
            <a:extLst xmlns:a="http://schemas.openxmlformats.org/drawingml/2006/main">
              <a:ext uri="{FF2B5EF4-FFF2-40B4-BE49-F238E27FC236}">
                <a16:creationId xmlns:a16="http://schemas.microsoft.com/office/drawing/2014/main" id="{EE9AF744-553E-40EE-B0BB-27299DE25F0D}"/>
              </a:ext>
            </a:extLst>
          </p:cNvPr>
          <p:cNvSpPr>
            <a:spLocks xmlns:a="http://schemas.openxmlformats.org/drawingml/2006/main" noGrp="1"/>
          </p:cNvSpPr>
          <p:nvPr/>
        </p:nvSpPr>
        <p:spPr>
          <a:xfrm xmlns:a="http://schemas.openxmlformats.org/drawingml/2006/main">
            <a:off x="5448300" y="6010275"/>
            <a:ext cx="434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현장 전문가 진단 결과 비교</a:t>
            </a:r>
          </a:p>
        </p:txBody>
      </p:sp>
      <p:sp>
        <p:nvSpPr>
          <p:cNvPr id="27" name="">
            <a:extLst xmlns:a="http://schemas.openxmlformats.org/drawingml/2006/main">
              <a:ext uri="{FF2B5EF4-FFF2-40B4-BE49-F238E27FC236}">
                <a16:creationId xmlns:a16="http://schemas.microsoft.com/office/drawing/2014/main" id="{51C09AE8-28CE-4253-A526-168EDD9FEC7C}"/>
              </a:ext>
            </a:extLst>
          </p:cNvPr>
          <p:cNvSpPr>
            <a:spLocks xmlns:a="http://schemas.openxmlformats.org/drawingml/2006/main" noGrp="1"/>
          </p:cNvSpPr>
          <p:nvPr/>
        </p:nvSpPr>
        <p:spPr>
          <a:xfrm xmlns:a="http://schemas.openxmlformats.org/drawingml/2006/main">
            <a:off x="5448300" y="6391275"/>
            <a:ext cx="434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운전 조건을 반영한 FFT 분석</a:t>
            </a:r>
          </a:p>
        </p:txBody>
      </p:sp>
      <p:sp>
        <p:nvSpPr>
          <p:cNvPr id="28" name="">
            <a:extLst xmlns:a="http://schemas.openxmlformats.org/drawingml/2006/main">
              <a:ext uri="{FF2B5EF4-FFF2-40B4-BE49-F238E27FC236}">
                <a16:creationId xmlns:a16="http://schemas.microsoft.com/office/drawing/2014/main" id="{9713167E-CEDF-49DB-8B95-2F21F8CD4129}"/>
              </a:ext>
            </a:extLst>
          </p:cNvPr>
          <p:cNvSpPr>
            <a:spLocks xmlns:a="http://schemas.openxmlformats.org/drawingml/2006/main" noGrp="1"/>
          </p:cNvSpPr>
          <p:nvPr/>
        </p:nvSpPr>
        <p:spPr>
          <a:xfrm xmlns:a="http://schemas.openxmlformats.org/drawingml/2006/main">
            <a:off x="10287000" y="5524500"/>
            <a:ext cx="4343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102D50"/>
                </a:solidFill>
                <a:latin typeface="Noto Sans CJK KR"/>
                <a:ea typeface="Noto Sans CJK KR"/>
                <a:cs typeface="Noto Sans CJK KR"/>
              </a:defRPr>
            </a:pPr>
            <a:r>
              <a:rPr sz="1950" b="1">
                <a:solidFill>
                  <a:srgbClr val="102D50"/>
                </a:solidFill>
                <a:latin typeface="Noto Sans CJK KR"/>
                <a:ea typeface="Noto Sans CJK KR"/>
                <a:cs typeface="Noto Sans CJK KR"/>
              </a:rPr>
              <a:t>피드백 확장</a:t>
            </a:r>
          </a:p>
        </p:txBody>
      </p:sp>
      <p:sp>
        <p:nvSpPr>
          <p:cNvPr id="29" name="">
            <a:extLst xmlns:a="http://schemas.openxmlformats.org/drawingml/2006/main">
              <a:ext uri="{FF2B5EF4-FFF2-40B4-BE49-F238E27FC236}">
                <a16:creationId xmlns:a16="http://schemas.microsoft.com/office/drawing/2014/main" id="{0F4681E8-8AD7-4F49-8835-33B753E6AEEF}"/>
              </a:ext>
            </a:extLst>
          </p:cNvPr>
          <p:cNvSpPr>
            <a:spLocks xmlns:a="http://schemas.openxmlformats.org/drawingml/2006/main" noGrp="1"/>
          </p:cNvSpPr>
          <p:nvPr/>
        </p:nvSpPr>
        <p:spPr>
          <a:xfrm xmlns:a="http://schemas.openxmlformats.org/drawingml/2006/main">
            <a:off x="10287000" y="6010275"/>
            <a:ext cx="434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점검 조치 및 결과 수집</a:t>
            </a:r>
          </a:p>
        </p:txBody>
      </p:sp>
      <p:sp>
        <p:nvSpPr>
          <p:cNvPr id="30" name="">
            <a:extLst xmlns:a="http://schemas.openxmlformats.org/drawingml/2006/main">
              <a:ext uri="{FF2B5EF4-FFF2-40B4-BE49-F238E27FC236}">
                <a16:creationId xmlns:a16="http://schemas.microsoft.com/office/drawing/2014/main" id="{05DFCE81-9AEF-46B6-887C-57E0633E92E6}"/>
              </a:ext>
            </a:extLst>
          </p:cNvPr>
          <p:cNvSpPr>
            <a:spLocks xmlns:a="http://schemas.openxmlformats.org/drawingml/2006/main" noGrp="1"/>
          </p:cNvSpPr>
          <p:nvPr/>
        </p:nvSpPr>
        <p:spPr>
          <a:xfrm xmlns:a="http://schemas.openxmlformats.org/drawingml/2006/main">
            <a:off x="10287000" y="6391275"/>
            <a:ext cx="434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29435D"/>
                </a:solidFill>
                <a:latin typeface="Noto Sans CJK KR"/>
                <a:ea typeface="Noto Sans CJK KR"/>
                <a:cs typeface="Noto Sans CJK KR"/>
              </a:defRPr>
            </a:pPr>
            <a:r>
              <a:rPr sz="1800" b="0">
                <a:solidFill>
                  <a:srgbClr val="29435D"/>
                </a:solidFill>
                <a:latin typeface="Noto Sans CJK KR"/>
                <a:ea typeface="Noto Sans CJK KR"/>
                <a:cs typeface="Noto Sans CJK KR"/>
              </a:rPr>
              <a:t>피드백 데이터와 진단 연계</a:t>
            </a:r>
          </a:p>
        </p:txBody>
      </p:sp>
      <p:sp>
        <p:nvSpPr>
          <p:cNvPr id="31" name="">
            <a:extLst xmlns:a="http://schemas.openxmlformats.org/drawingml/2006/main">
              <a:ext uri="{FF2B5EF4-FFF2-40B4-BE49-F238E27FC236}">
                <a16:creationId xmlns:a16="http://schemas.microsoft.com/office/drawing/2014/main" id="{17E113EA-0552-49CB-93A0-3AF8C3475E97}"/>
              </a:ext>
            </a:extLst>
          </p:cNvPr>
          <p:cNvSpPr>
            <a:spLocks xmlns:a="http://schemas.openxmlformats.org/drawingml/2006/main" noGrp="1"/>
          </p:cNvSpPr>
          <p:nvPr/>
        </p:nvSpPr>
        <p:spPr>
          <a:xfrm xmlns:a="http://schemas.openxmlformats.org/drawingml/2006/main">
            <a:off x="609600" y="7219950"/>
            <a:ext cx="14020800" cy="819150"/>
          </a:xfrm>
          <a:prstGeom xmlns:a="http://schemas.openxmlformats.org/drawingml/2006/main" prst="roundRect">
            <a:avLst>
              <a:gd name="adj" fmla="val 9302"/>
            </a:avLst>
          </a:prstGeom>
          <a:solidFill xmlns:a="http://schemas.openxmlformats.org/drawingml/2006/main">
            <a:srgbClr val="102D50"/>
          </a:solidFill>
          <a:ln xmlns:a="http://schemas.openxmlformats.org/drawingml/2006/main" w="12383">
            <a:solidFill>
              <a:srgbClr val="102D50"/>
            </a:solidFill>
          </a:ln>
        </p:spPr>
      </p:sp>
      <p:sp>
        <p:nvSpPr>
          <p:cNvPr id="32" name="">
            <a:extLst xmlns:a="http://schemas.openxmlformats.org/drawingml/2006/main">
              <a:ext uri="{FF2B5EF4-FFF2-40B4-BE49-F238E27FC236}">
                <a16:creationId xmlns:a16="http://schemas.microsoft.com/office/drawing/2014/main" id="{DF245924-7D54-4433-92ED-66A00476F8A2}"/>
              </a:ext>
            </a:extLst>
          </p:cNvPr>
          <p:cNvSpPr>
            <a:spLocks xmlns:a="http://schemas.openxmlformats.org/drawingml/2006/main" noGrp="1"/>
          </p:cNvSpPr>
          <p:nvPr/>
        </p:nvSpPr>
        <p:spPr>
          <a:xfrm xmlns:a="http://schemas.openxmlformats.org/drawingml/2006/main">
            <a:off x="857250" y="7315200"/>
            <a:ext cx="1352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1">
                <a:solidFill>
                  <a:srgbClr val="FFFFFF"/>
                </a:solidFill>
                <a:latin typeface="Noto Sans CJK KR"/>
                <a:ea typeface="Noto Sans CJK KR"/>
                <a:cs typeface="Noto Sans CJK KR"/>
              </a:defRPr>
            </a:pPr>
            <a:r>
              <a:rPr sz="2175" b="1">
                <a:solidFill>
                  <a:srgbClr val="FFFFFF"/>
                </a:solidFill>
                <a:latin typeface="Noto Sans CJK KR"/>
                <a:ea typeface="Noto Sans CJK KR"/>
                <a:cs typeface="Noto Sans CJK KR"/>
              </a:rPr>
              <a:t>단순한 LLM 활용을 넘어, 기존 진동 진단 기술과 전문 AI Agent를 결합한</a:t>
            </a:r>
          </a:p>
          <a:p xmlns:a="http://schemas.openxmlformats.org/drawingml/2006/main">
            <a:pPr algn="ctr">
              <a:defRPr sz="2175" b="1">
                <a:solidFill>
                  <a:srgbClr val="FFFFFF"/>
                </a:solidFill>
                <a:latin typeface="Noto Sans CJK KR"/>
                <a:ea typeface="Noto Sans CJK KR"/>
                <a:cs typeface="Noto Sans CJK KR"/>
              </a:defRPr>
            </a:pPr>
            <a:r>
              <a:rPr sz="2175" b="1">
                <a:solidFill>
                  <a:srgbClr val="FFFFFF"/>
                </a:solidFill>
                <a:latin typeface="Noto Sans CJK KR"/>
                <a:ea typeface="Noto Sans CJK KR"/>
                <a:cs typeface="Noto Sans CJK KR"/>
              </a:rPr>
              <a:t>설비 진단 지원 체계 구현</a:t>
            </a:r>
          </a:p>
        </p:txBody>
      </p:sp>
    </p:spTree>
    <p:extLst>
      <p:ext uri="{BB962C8B-B14F-4D97-AF65-F5344CB8AC3E}">
        <p14:creationId xmlns:p14="http://schemas.microsoft.com/office/powerpoint/2010/main" val="15958802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2026-10-12T02:14:53.3900000Z</dcterms:created>
  <dcterms:modified xsi:type="dcterms:W3CDTF">2026-10-12T02:14:53.3900000Z</dcterms:modified>
</coreProperties>
</file>